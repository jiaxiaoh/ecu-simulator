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6" r:id="rId5"/>
    <p:sldId id="267" r:id="rId6"/>
    <p:sldId id="269" r:id="rId7"/>
    <p:sldId id="270" r:id="rId8"/>
    <p:sldId id="272" r:id="rId9"/>
    <p:sldId id="273" r:id="rId10"/>
    <p:sldId id="274" r:id="rId11"/>
    <p:sldId id="276" r:id="rId12"/>
    <p:sldId id="275" r:id="rId13"/>
    <p:sldId id="277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3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EC53AA-01ED-463C-5E56-8E63F2BB24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682BB9E-D21F-3E13-3E3D-75D6900A46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5E19BFC-18CF-6A13-D641-874C72429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0988-7BE3-4A4D-83CA-DA7426D08CD6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E37F48-EFB1-32AA-5AF4-6EF8D4409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EC9044F-F200-5352-899A-149ACBD3F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43B8-9777-4283-AD65-1BE2E4DD9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3022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E6C421-207C-3D75-2296-F4BC7060B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53EE382-05AA-4DD9-C29F-4413FD130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EBAEAB-FCB8-7097-D8DE-58024F815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0988-7BE3-4A4D-83CA-DA7426D08CD6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F2E7CB1-CF89-F2DC-FA72-7F410B095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8C6ED7-54A6-8DD1-9D79-2391FA0CD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43B8-9777-4283-AD65-1BE2E4DD9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6877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EE430D-D698-5EC8-E5FB-511586B0E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0E591E2-32BB-AF17-EE84-008BBF903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619920-D994-6267-C69D-7BC1542C9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0988-7BE3-4A4D-83CA-DA7426D08CD6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A703539-1CD5-D1D6-733D-310CFC482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2379AF-BDC1-F2FF-4A73-145B4A9DD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43B8-9777-4283-AD65-1BE2E4DD9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2968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D280F5-1405-26DA-0E92-DD1735A58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B6EAC3-F374-0278-F118-DE3BC3082C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A1AFA5E-CF5F-D5A8-8E11-AD35D1B325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B8DD34E-85F4-DF26-6255-492C74178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0988-7BE3-4A4D-83CA-DA7426D08CD6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BA173C4-82C0-9821-542E-C1E87815A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0B59068-ECBE-E9F1-C0FB-E23A96CAF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43B8-9777-4283-AD65-1BE2E4DD9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7093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581055-4513-172F-FC77-F23E99F5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F4B3616-8EA3-2803-1803-54B122FF8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C2E2B14-CCEF-77F7-A180-2684C92F7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1B47C10-AEC7-2B55-3B8D-AB13346633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19878E9-9EFB-647A-3F9B-EBCE649108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7BCCBA2-0AF5-4135-05C9-3893C8E89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0988-7BE3-4A4D-83CA-DA7426D08CD6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015E177-229C-EE8A-8222-175035EFC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A7070F7-2011-8883-03B7-5540FDF4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43B8-9777-4283-AD65-1BE2E4DD9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5439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04C447-DDB9-A66C-A8E9-A347A8663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A9AD137-B3D6-68F1-1724-3E81F9FB5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0988-7BE3-4A4D-83CA-DA7426D08CD6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5AD9ABC-1D9B-04B9-5EA1-1533DEC26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5074E00-1FEC-9F53-DBAE-72C74A9E8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43B8-9777-4283-AD65-1BE2E4DD9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6169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736341C-496F-ADD8-0C08-66FEF61E8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0988-7BE3-4A4D-83CA-DA7426D08CD6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0AD6CE1-3D20-E64E-4BB4-CBFBE10B5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F74F3B6-9A7A-E52C-117B-37418CB6F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43B8-9777-4283-AD65-1BE2E4DD9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5912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427D19-E300-7FDC-1B7E-D33E181B1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164AA7-6756-8B6A-CDD8-0048C036C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C4DE3A6-522C-3A04-114C-2F03CE1FAB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C0EED74-9A38-2C37-8A76-DCFC41A02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0988-7BE3-4A4D-83CA-DA7426D08CD6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7B6DAA0-B8D4-2691-0BFF-76CB5A68A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E79845F-F19A-0B0D-2878-356547939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43B8-9777-4283-AD65-1BE2E4DD9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6738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A82C9F-7289-67AF-2681-4AD536C01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27951CE-11A0-442C-2DD0-31F1F8FECE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D1BDECA-C5AD-EDFD-FE94-A2FFF97D6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2A8D1BF-65B3-8992-86EC-085C1C7B5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0988-7BE3-4A4D-83CA-DA7426D08CD6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C9FBE5D-7FB7-327F-C4F4-0C1B53D92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5FEE7-B0C8-C912-6D50-864ED962C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43B8-9777-4283-AD65-1BE2E4DD9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793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31001B-BA82-2751-F6C4-D7FA8AD85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1A183F3-FFD7-7D33-4422-B17892E834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F6915F-2DA4-267F-EF9D-A555CE00C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0988-7BE3-4A4D-83CA-DA7426D08CD6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083C4A-E60B-48D3-7100-7FA1B3E8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846F01-577A-B6A8-ECBB-B6CA7E061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43B8-9777-4283-AD65-1BE2E4DD9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419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54CC59D-2B59-E2AE-4F12-40E6E0971C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7956396-CF7C-6C02-8DC9-2D210A4620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17E47B-81E4-5A0D-8EA5-163D9540D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0988-7BE3-4A4D-83CA-DA7426D08CD6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F82000-E463-63FF-317A-CF61EA282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45BEF6A-D314-4C2F-9698-5413171FE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43B8-9777-4283-AD65-1BE2E4DD9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0981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CF96E1A-81D9-F999-92AE-B19628880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7E1076B-3088-397B-ABB8-22223FD19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4812B2-3054-C5A0-E0B2-0C284B67AF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B0988-7BE3-4A4D-83CA-DA7426D08CD6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77AF7B-E317-CEF2-D112-B648CDE1B4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214E1B7-7229-06DF-9095-0124B851C3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5043B8-9777-4283-AD65-1BE2E4DD9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9084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image" Target="../media/image2.svg"/><Relationship Id="rId7" Type="http://schemas.openxmlformats.org/officeDocument/2006/relationships/slide" Target="slide6.xml"/><Relationship Id="rId12" Type="http://schemas.openxmlformats.org/officeDocument/2006/relationships/slide" Target="slide1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11" Type="http://schemas.openxmlformats.org/officeDocument/2006/relationships/slide" Target="slide12.xml"/><Relationship Id="rId5" Type="http://schemas.openxmlformats.org/officeDocument/2006/relationships/slide" Target="slide5.xml"/><Relationship Id="rId10" Type="http://schemas.openxmlformats.org/officeDocument/2006/relationships/slide" Target="slide8.xml"/><Relationship Id="rId4" Type="http://schemas.openxmlformats.org/officeDocument/2006/relationships/slide" Target="slide4.xml"/><Relationship Id="rId9" Type="http://schemas.openxmlformats.org/officeDocument/2006/relationships/slide" Target="slide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373EE0-BA05-0E75-B48D-F732FF03FF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b="1" dirty="0"/>
              <a:t>SID$27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1534467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6CB6AA-BFC8-A52C-6A53-B3B0CE22F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734"/>
            <a:ext cx="10515600" cy="687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 sz="3200" b="1" dirty="0"/>
              <a:t>ECU</a:t>
            </a:r>
            <a:r>
              <a:rPr lang="ja-JP" altLang="en-US" sz="3200" b="1" dirty="0"/>
              <a:t>の</a:t>
            </a:r>
            <a:r>
              <a:rPr lang="en-US" altLang="ja-JP" sz="3200" b="1" dirty="0"/>
              <a:t>Security</a:t>
            </a:r>
            <a:r>
              <a:rPr lang="ja-JP" altLang="en-US" sz="3200" b="1" dirty="0"/>
              <a:t>について設定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2434F4A-F205-0066-2468-EDEE775E7BB8}"/>
              </a:ext>
            </a:extLst>
          </p:cNvPr>
          <p:cNvSpPr txBox="1"/>
          <p:nvPr/>
        </p:nvSpPr>
        <p:spPr>
          <a:xfrm>
            <a:off x="838200" y="703392"/>
            <a:ext cx="105156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説明：</a:t>
            </a:r>
            <a:endParaRPr lang="en-US" altLang="ja-JP" sz="2000" dirty="0"/>
          </a:p>
          <a:p>
            <a:r>
              <a:rPr lang="ja-JP" altLang="en-US" sz="2000" dirty="0"/>
              <a:t>① 暗号化方法は</a:t>
            </a:r>
            <a:r>
              <a:rPr lang="en-US" altLang="ja-JP" sz="2000" dirty="0">
                <a:solidFill>
                  <a:srgbClr val="111111"/>
                </a:solidFill>
                <a:latin typeface="Roboto" panose="02000000000000000000" pitchFamily="2" charset="0"/>
              </a:rPr>
              <a:t>AES128</a:t>
            </a:r>
            <a:endParaRPr lang="en-US" altLang="ja-JP" sz="2000" dirty="0"/>
          </a:p>
          <a:p>
            <a:r>
              <a:rPr lang="ja-JP" altLang="en-US" sz="2000" dirty="0"/>
              <a:t>② </a:t>
            </a:r>
            <a:r>
              <a:rPr lang="en-US" altLang="ja-JP" sz="2000" dirty="0">
                <a:solidFill>
                  <a:srgbClr val="111111"/>
                </a:solidFill>
                <a:latin typeface="Roboto" panose="02000000000000000000" pitchFamily="2" charset="0"/>
              </a:rPr>
              <a:t>AES</a:t>
            </a:r>
            <a:r>
              <a:rPr lang="ja-JP" altLang="en-US" sz="2000" dirty="0"/>
              <a:t>のパスワード</a:t>
            </a:r>
            <a:r>
              <a:rPr lang="en-US" altLang="ja-JP" sz="2000" dirty="0"/>
              <a:t>(</a:t>
            </a:r>
            <a:r>
              <a:rPr lang="en-US" altLang="ja-JP" sz="2000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 AES_KEY )</a:t>
            </a:r>
            <a:r>
              <a:rPr lang="ja-JP" altLang="en-US" sz="2000" dirty="0"/>
              <a:t>を</a:t>
            </a:r>
            <a:r>
              <a:rPr lang="en-US" altLang="ja-JP" sz="2000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16</a:t>
            </a:r>
            <a:r>
              <a:rPr lang="ja-JP" altLang="en-US" sz="2000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バイトの</a:t>
            </a:r>
            <a:r>
              <a:rPr lang="en-US" altLang="ja-JP" sz="2000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0x00</a:t>
            </a:r>
            <a:r>
              <a:rPr lang="ja-JP" altLang="en-US" sz="2000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とする</a:t>
            </a:r>
            <a:endParaRPr lang="en-US" altLang="ja-JP" sz="2000" b="0" i="0" dirty="0">
              <a:solidFill>
                <a:srgbClr val="111111"/>
              </a:solidFill>
              <a:effectLst/>
              <a:latin typeface="Roboto" panose="02000000000000000000" pitchFamily="2" charset="0"/>
            </a:endParaRPr>
          </a:p>
          <a:p>
            <a:r>
              <a:rPr lang="ja-JP" altLang="en-US" sz="2000" dirty="0">
                <a:solidFill>
                  <a:srgbClr val="111111"/>
                </a:solidFill>
                <a:latin typeface="Roboto" panose="02000000000000000000" pitchFamily="2" charset="0"/>
              </a:rPr>
              <a:t>③</a:t>
            </a:r>
            <a:r>
              <a:rPr lang="ja-JP" altLang="en-US" sz="2000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US" altLang="ja-JP" sz="2000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ECU</a:t>
            </a:r>
            <a:r>
              <a:rPr lang="ja-JP" altLang="en-US" sz="2000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の</a:t>
            </a:r>
            <a:r>
              <a:rPr lang="en-US" altLang="ja-JP" sz="2000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Security</a:t>
            </a:r>
            <a:r>
              <a:rPr lang="ja-JP" altLang="en-US" sz="2000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パラメータは</a:t>
            </a:r>
            <a:r>
              <a:rPr lang="en-US" altLang="ja-JP" sz="2000" dirty="0">
                <a:solidFill>
                  <a:srgbClr val="111111"/>
                </a:solidFill>
                <a:latin typeface="Roboto" panose="02000000000000000000" pitchFamily="2" charset="0"/>
              </a:rPr>
              <a:t>”False/True”</a:t>
            </a:r>
            <a:r>
              <a:rPr lang="ja-JP" altLang="en-US" sz="2000" dirty="0">
                <a:solidFill>
                  <a:srgbClr val="111111"/>
                </a:solidFill>
                <a:latin typeface="Roboto" panose="02000000000000000000" pitchFamily="2" charset="0"/>
              </a:rPr>
              <a:t>から</a:t>
            </a:r>
            <a:r>
              <a:rPr lang="en-US" altLang="ja-JP" sz="2000" dirty="0">
                <a:solidFill>
                  <a:srgbClr val="111111"/>
                </a:solidFill>
                <a:latin typeface="Roboto" panose="02000000000000000000" pitchFamily="2" charset="0"/>
              </a:rPr>
              <a:t>”False/</a:t>
            </a:r>
            <a:r>
              <a:rPr lang="en-US" altLang="ja-JP" sz="2000" dirty="0" err="1">
                <a:solidFill>
                  <a:srgbClr val="111111"/>
                </a:solidFill>
                <a:latin typeface="Roboto" panose="02000000000000000000" pitchFamily="2" charset="0"/>
              </a:rPr>
              <a:t>TypeV</a:t>
            </a:r>
            <a:r>
              <a:rPr lang="en-US" altLang="ja-JP" sz="2000" dirty="0">
                <a:solidFill>
                  <a:srgbClr val="111111"/>
                </a:solidFill>
                <a:latin typeface="Roboto" panose="02000000000000000000" pitchFamily="2" charset="0"/>
              </a:rPr>
              <a:t>/</a:t>
            </a:r>
            <a:r>
              <a:rPr lang="en-US" altLang="ja-JP" sz="2000" dirty="0" err="1">
                <a:solidFill>
                  <a:srgbClr val="111111"/>
                </a:solidFill>
                <a:latin typeface="Roboto" panose="02000000000000000000" pitchFamily="2" charset="0"/>
              </a:rPr>
              <a:t>TypeX</a:t>
            </a:r>
            <a:r>
              <a:rPr lang="en-US" altLang="ja-JP" sz="2000" dirty="0">
                <a:solidFill>
                  <a:srgbClr val="111111"/>
                </a:solidFill>
                <a:latin typeface="Roboto" panose="02000000000000000000" pitchFamily="2" charset="0"/>
              </a:rPr>
              <a:t>”</a:t>
            </a:r>
            <a:r>
              <a:rPr lang="ja-JP" altLang="en-US" sz="2000" dirty="0">
                <a:solidFill>
                  <a:srgbClr val="111111"/>
                </a:solidFill>
                <a:latin typeface="Roboto" panose="02000000000000000000" pitchFamily="2" charset="0"/>
              </a:rPr>
              <a:t>に変更</a:t>
            </a:r>
            <a:endParaRPr lang="en-US" altLang="ja-JP" sz="2000" dirty="0">
              <a:solidFill>
                <a:srgbClr val="111111"/>
              </a:solidFill>
              <a:latin typeface="Roboto" panose="02000000000000000000" pitchFamily="2" charset="0"/>
            </a:endParaRPr>
          </a:p>
          <a:p>
            <a:r>
              <a:rPr lang="en-US" altLang="ja-JP" sz="2000" dirty="0">
                <a:solidFill>
                  <a:srgbClr val="111111"/>
                </a:solidFill>
                <a:latin typeface="Roboto" panose="02000000000000000000" pitchFamily="2" charset="0"/>
              </a:rPr>
              <a:t>	</a:t>
            </a:r>
            <a:r>
              <a:rPr lang="ja-JP" altLang="en-US" sz="2000" dirty="0">
                <a:solidFill>
                  <a:srgbClr val="111111"/>
                </a:solidFill>
                <a:latin typeface="Roboto" panose="02000000000000000000" pitchFamily="2" charset="0"/>
              </a:rPr>
              <a:t>・</a:t>
            </a:r>
            <a:r>
              <a:rPr lang="en-US" altLang="ja-JP" sz="2000" dirty="0">
                <a:solidFill>
                  <a:srgbClr val="111111"/>
                </a:solidFill>
                <a:latin typeface="Roboto" panose="02000000000000000000" pitchFamily="2" charset="0"/>
              </a:rPr>
              <a:t>False: </a:t>
            </a:r>
            <a:r>
              <a:rPr lang="ja-JP" altLang="en-US" sz="2000" dirty="0">
                <a:solidFill>
                  <a:srgbClr val="111111"/>
                </a:solidFill>
                <a:latin typeface="Roboto" panose="02000000000000000000" pitchFamily="2" charset="0"/>
              </a:rPr>
              <a:t>セキュリティ未解除。値は</a:t>
            </a:r>
            <a:r>
              <a:rPr lang="en-US" altLang="ja-JP" sz="2000" dirty="0">
                <a:solidFill>
                  <a:srgbClr val="111111"/>
                </a:solidFill>
                <a:latin typeface="Roboto" panose="02000000000000000000" pitchFamily="2" charset="0"/>
              </a:rPr>
              <a:t>0</a:t>
            </a:r>
          </a:p>
          <a:p>
            <a:r>
              <a:rPr lang="en-US" altLang="ja-JP" sz="2000" dirty="0">
                <a:solidFill>
                  <a:srgbClr val="111111"/>
                </a:solidFill>
                <a:latin typeface="Roboto" panose="02000000000000000000" pitchFamily="2" charset="0"/>
              </a:rPr>
              <a:t>	</a:t>
            </a:r>
            <a:r>
              <a:rPr lang="ja-JP" altLang="en-US" sz="2000" dirty="0">
                <a:solidFill>
                  <a:srgbClr val="111111"/>
                </a:solidFill>
                <a:latin typeface="Roboto" panose="02000000000000000000" pitchFamily="2" charset="0"/>
              </a:rPr>
              <a:t>・</a:t>
            </a:r>
            <a:r>
              <a:rPr lang="en-US" altLang="ja-JP" sz="2000" dirty="0" err="1">
                <a:solidFill>
                  <a:srgbClr val="111111"/>
                </a:solidFill>
                <a:latin typeface="Roboto" panose="02000000000000000000" pitchFamily="2" charset="0"/>
              </a:rPr>
              <a:t>TypeV</a:t>
            </a:r>
            <a:r>
              <a:rPr lang="en-US" altLang="ja-JP" sz="2000" dirty="0">
                <a:solidFill>
                  <a:srgbClr val="111111"/>
                </a:solidFill>
                <a:latin typeface="Roboto" panose="02000000000000000000" pitchFamily="2" charset="0"/>
              </a:rPr>
              <a:t>: </a:t>
            </a:r>
            <a:r>
              <a:rPr lang="ja-JP" altLang="en-US" sz="2000" dirty="0">
                <a:solidFill>
                  <a:srgbClr val="111111"/>
                </a:solidFill>
                <a:latin typeface="Roboto" panose="02000000000000000000" pitchFamily="2" charset="0"/>
              </a:rPr>
              <a:t>セキュリティは</a:t>
            </a:r>
            <a:r>
              <a:rPr lang="en-US" altLang="ja-JP" sz="2000" dirty="0" err="1">
                <a:solidFill>
                  <a:srgbClr val="111111"/>
                </a:solidFill>
                <a:latin typeface="Roboto" panose="02000000000000000000" pitchFamily="2" charset="0"/>
              </a:rPr>
              <a:t>TypeV</a:t>
            </a:r>
            <a:r>
              <a:rPr lang="ja-JP" altLang="en-US" sz="2000" dirty="0">
                <a:solidFill>
                  <a:srgbClr val="111111"/>
                </a:solidFill>
                <a:latin typeface="Roboto" panose="02000000000000000000" pitchFamily="2" charset="0"/>
              </a:rPr>
              <a:t>。値は</a:t>
            </a:r>
            <a:r>
              <a:rPr lang="en-US" altLang="ja-JP" sz="2000" dirty="0">
                <a:solidFill>
                  <a:srgbClr val="111111"/>
                </a:solidFill>
                <a:latin typeface="Roboto" panose="02000000000000000000" pitchFamily="2" charset="0"/>
              </a:rPr>
              <a:t>5</a:t>
            </a:r>
          </a:p>
          <a:p>
            <a:r>
              <a:rPr lang="en-US" altLang="ja-JP" sz="2000" dirty="0">
                <a:solidFill>
                  <a:srgbClr val="111111"/>
                </a:solidFill>
                <a:latin typeface="Roboto" panose="02000000000000000000" pitchFamily="2" charset="0"/>
              </a:rPr>
              <a:t>	</a:t>
            </a:r>
            <a:r>
              <a:rPr lang="ja-JP" altLang="en-US" sz="2000" dirty="0">
                <a:solidFill>
                  <a:srgbClr val="111111"/>
                </a:solidFill>
                <a:latin typeface="Roboto" panose="02000000000000000000" pitchFamily="2" charset="0"/>
              </a:rPr>
              <a:t>・</a:t>
            </a:r>
            <a:r>
              <a:rPr lang="en-US" altLang="ja-JP" sz="2000" dirty="0" err="1">
                <a:solidFill>
                  <a:srgbClr val="111111"/>
                </a:solidFill>
                <a:latin typeface="Roboto" panose="02000000000000000000" pitchFamily="2" charset="0"/>
              </a:rPr>
              <a:t>TypeX</a:t>
            </a:r>
            <a:r>
              <a:rPr lang="en-US" altLang="ja-JP" sz="2000" dirty="0">
                <a:solidFill>
                  <a:srgbClr val="111111"/>
                </a:solidFill>
                <a:latin typeface="Roboto" panose="02000000000000000000" pitchFamily="2" charset="0"/>
              </a:rPr>
              <a:t>: </a:t>
            </a:r>
            <a:r>
              <a:rPr lang="ja-JP" altLang="en-US" sz="2000" dirty="0">
                <a:solidFill>
                  <a:srgbClr val="111111"/>
                </a:solidFill>
                <a:latin typeface="Roboto" panose="02000000000000000000" pitchFamily="2" charset="0"/>
              </a:rPr>
              <a:t>セキュリティは</a:t>
            </a:r>
            <a:r>
              <a:rPr lang="en-US" altLang="ja-JP" sz="2000" dirty="0" err="1">
                <a:solidFill>
                  <a:srgbClr val="111111"/>
                </a:solidFill>
                <a:latin typeface="Roboto" panose="02000000000000000000" pitchFamily="2" charset="0"/>
              </a:rPr>
              <a:t>TypeX</a:t>
            </a:r>
            <a:r>
              <a:rPr lang="ja-JP" altLang="en-US" sz="2000" dirty="0">
                <a:solidFill>
                  <a:srgbClr val="111111"/>
                </a:solidFill>
                <a:latin typeface="Roboto" panose="02000000000000000000" pitchFamily="2" charset="0"/>
              </a:rPr>
              <a:t>。値は</a:t>
            </a:r>
            <a:r>
              <a:rPr lang="en-US" altLang="ja-JP" sz="2000" dirty="0">
                <a:solidFill>
                  <a:srgbClr val="111111"/>
                </a:solidFill>
                <a:latin typeface="Roboto" panose="02000000000000000000" pitchFamily="2" charset="0"/>
              </a:rPr>
              <a:t>10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34891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6CB6AA-BFC8-A52C-6A53-B3B0CE22F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5" y="7776"/>
            <a:ext cx="10515600" cy="1325563"/>
          </a:xfrm>
          <a:solidFill>
            <a:schemeClr val="bg1"/>
          </a:solidFill>
        </p:spPr>
        <p:txBody>
          <a:bodyPr/>
          <a:lstStyle/>
          <a:p>
            <a:r>
              <a:rPr kumimoji="1" lang="en-US" altLang="ja-JP" b="1" dirty="0"/>
              <a:t>SID$27</a:t>
            </a:r>
            <a:r>
              <a:rPr kumimoji="1" lang="ja-JP" altLang="en-US" b="1" dirty="0"/>
              <a:t>のフローチャート（全体図）</a:t>
            </a:r>
          </a:p>
        </p:txBody>
      </p:sp>
      <p:grpSp>
        <p:nvGrpSpPr>
          <p:cNvPr id="472" name="グループ化 471">
            <a:extLst>
              <a:ext uri="{FF2B5EF4-FFF2-40B4-BE49-F238E27FC236}">
                <a16:creationId xmlns:a16="http://schemas.microsoft.com/office/drawing/2014/main" id="{ADE73A37-7EF1-4588-B868-DE0EB5A86DA5}"/>
              </a:ext>
            </a:extLst>
          </p:cNvPr>
          <p:cNvGrpSpPr/>
          <p:nvPr/>
        </p:nvGrpSpPr>
        <p:grpSpPr>
          <a:xfrm>
            <a:off x="15980" y="2616322"/>
            <a:ext cx="12192000" cy="2418724"/>
            <a:chOff x="0" y="1026106"/>
            <a:chExt cx="12192000" cy="2418724"/>
          </a:xfrm>
        </p:grpSpPr>
        <p:pic>
          <p:nvPicPr>
            <p:cNvPr id="4" name="グラフィックス 3">
              <a:extLst>
                <a:ext uri="{FF2B5EF4-FFF2-40B4-BE49-F238E27FC236}">
                  <a16:creationId xmlns:a16="http://schemas.microsoft.com/office/drawing/2014/main" id="{4CB2AC49-A7E3-8664-A16A-A26B432494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1026106"/>
              <a:ext cx="12192000" cy="2418724"/>
            </a:xfrm>
            <a:prstGeom prst="rect">
              <a:avLst/>
            </a:prstGeom>
          </p:spPr>
        </p:pic>
        <p:sp>
          <p:nvSpPr>
            <p:cNvPr id="433" name="テキスト ボックス 432">
              <a:extLst>
                <a:ext uri="{FF2B5EF4-FFF2-40B4-BE49-F238E27FC236}">
                  <a16:creationId xmlns:a16="http://schemas.microsoft.com/office/drawing/2014/main" id="{9AFC9670-5F50-9524-DEB2-130E59334BA3}"/>
                </a:ext>
              </a:extLst>
            </p:cNvPr>
            <p:cNvSpPr txBox="1"/>
            <p:nvPr/>
          </p:nvSpPr>
          <p:spPr>
            <a:xfrm>
              <a:off x="11496644" y="1472665"/>
              <a:ext cx="345377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800" dirty="0">
                  <a:solidFill>
                    <a:srgbClr val="FF0000"/>
                  </a:solidFill>
                </a:rPr>
                <a:t>[1]</a:t>
              </a:r>
              <a:endParaRPr lang="ja-JP" altLang="en-US" sz="800" dirty="0"/>
            </a:p>
          </p:txBody>
        </p:sp>
        <p:sp>
          <p:nvSpPr>
            <p:cNvPr id="434" name="正方形/長方形 433">
              <a:hlinkClick r:id="rId4" action="ppaction://hlinksldjump"/>
              <a:extLst>
                <a:ext uri="{FF2B5EF4-FFF2-40B4-BE49-F238E27FC236}">
                  <a16:creationId xmlns:a16="http://schemas.microsoft.com/office/drawing/2014/main" id="{66FC4921-1150-D4FF-02BB-95168D74C106}"/>
                </a:ext>
              </a:extLst>
            </p:cNvPr>
            <p:cNvSpPr/>
            <p:nvPr/>
          </p:nvSpPr>
          <p:spPr>
            <a:xfrm>
              <a:off x="8199967" y="1333339"/>
              <a:ext cx="3898900" cy="660561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35" name="テキスト ボックス 434">
              <a:extLst>
                <a:ext uri="{FF2B5EF4-FFF2-40B4-BE49-F238E27FC236}">
                  <a16:creationId xmlns:a16="http://schemas.microsoft.com/office/drawing/2014/main" id="{F20802DB-BB89-49D5-895E-7164E021DA94}"/>
                </a:ext>
              </a:extLst>
            </p:cNvPr>
            <p:cNvSpPr txBox="1"/>
            <p:nvPr/>
          </p:nvSpPr>
          <p:spPr>
            <a:xfrm>
              <a:off x="11516422" y="1809530"/>
              <a:ext cx="345377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800" dirty="0">
                  <a:solidFill>
                    <a:srgbClr val="FF0000"/>
                  </a:solidFill>
                </a:rPr>
                <a:t>[2]</a:t>
              </a:r>
              <a:endParaRPr lang="ja-JP" altLang="en-US" sz="800" dirty="0"/>
            </a:p>
          </p:txBody>
        </p:sp>
        <p:sp>
          <p:nvSpPr>
            <p:cNvPr id="436" name="テキスト ボックス 435">
              <a:extLst>
                <a:ext uri="{FF2B5EF4-FFF2-40B4-BE49-F238E27FC236}">
                  <a16:creationId xmlns:a16="http://schemas.microsoft.com/office/drawing/2014/main" id="{FC6D0F92-494F-C863-CAA5-A46781D92BC4}"/>
                </a:ext>
              </a:extLst>
            </p:cNvPr>
            <p:cNvSpPr txBox="1"/>
            <p:nvPr/>
          </p:nvSpPr>
          <p:spPr>
            <a:xfrm>
              <a:off x="10927987" y="1758733"/>
              <a:ext cx="345377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800" dirty="0">
                  <a:solidFill>
                    <a:srgbClr val="FF0000"/>
                  </a:solidFill>
                </a:rPr>
                <a:t>[3]</a:t>
              </a:r>
              <a:endParaRPr lang="ja-JP" altLang="en-US" sz="800" dirty="0"/>
            </a:p>
          </p:txBody>
        </p:sp>
        <p:sp>
          <p:nvSpPr>
            <p:cNvPr id="437" name="テキスト ボックス 436">
              <a:extLst>
                <a:ext uri="{FF2B5EF4-FFF2-40B4-BE49-F238E27FC236}">
                  <a16:creationId xmlns:a16="http://schemas.microsoft.com/office/drawing/2014/main" id="{EB66FD99-099D-8893-4627-15E0DF24AF84}"/>
                </a:ext>
              </a:extLst>
            </p:cNvPr>
            <p:cNvSpPr txBox="1"/>
            <p:nvPr/>
          </p:nvSpPr>
          <p:spPr>
            <a:xfrm>
              <a:off x="8199967" y="1333339"/>
              <a:ext cx="50366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000" dirty="0">
                  <a:solidFill>
                    <a:srgbClr val="00B050"/>
                  </a:solidFill>
                </a:rPr>
                <a:t>Part1</a:t>
              </a:r>
              <a:endParaRPr kumimoji="1" lang="ja-JP" altLang="en-US" sz="1000" dirty="0">
                <a:solidFill>
                  <a:srgbClr val="00B050"/>
                </a:solidFill>
              </a:endParaRPr>
            </a:p>
          </p:txBody>
        </p:sp>
        <p:sp>
          <p:nvSpPr>
            <p:cNvPr id="438" name="正方形/長方形 437">
              <a:hlinkClick r:id="rId5" action="ppaction://hlinksldjump"/>
              <a:extLst>
                <a:ext uri="{FF2B5EF4-FFF2-40B4-BE49-F238E27FC236}">
                  <a16:creationId xmlns:a16="http://schemas.microsoft.com/office/drawing/2014/main" id="{034BFC50-6AD4-C34F-787F-2BDF54DCCB07}"/>
                </a:ext>
              </a:extLst>
            </p:cNvPr>
            <p:cNvSpPr/>
            <p:nvPr/>
          </p:nvSpPr>
          <p:spPr>
            <a:xfrm>
              <a:off x="93133" y="1639887"/>
              <a:ext cx="1405468" cy="1325563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0" name="テキスト ボックス 439">
              <a:extLst>
                <a:ext uri="{FF2B5EF4-FFF2-40B4-BE49-F238E27FC236}">
                  <a16:creationId xmlns:a16="http://schemas.microsoft.com/office/drawing/2014/main" id="{0512D089-37FE-8AE2-51C2-26FD43B0B9DE}"/>
                </a:ext>
              </a:extLst>
            </p:cNvPr>
            <p:cNvSpPr txBox="1"/>
            <p:nvPr/>
          </p:nvSpPr>
          <p:spPr>
            <a:xfrm>
              <a:off x="93132" y="1639887"/>
              <a:ext cx="50366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000" dirty="0">
                  <a:solidFill>
                    <a:srgbClr val="00B050"/>
                  </a:solidFill>
                </a:rPr>
                <a:t>Part2</a:t>
              </a:r>
              <a:endParaRPr kumimoji="1" lang="ja-JP" altLang="en-US" sz="1000" dirty="0">
                <a:solidFill>
                  <a:srgbClr val="00B050"/>
                </a:solidFill>
              </a:endParaRPr>
            </a:p>
          </p:txBody>
        </p:sp>
        <p:sp>
          <p:nvSpPr>
            <p:cNvPr id="441" name="正方形/長方形 440">
              <a:hlinkClick r:id="rId6" action="ppaction://hlinksldjump"/>
              <a:extLst>
                <a:ext uri="{FF2B5EF4-FFF2-40B4-BE49-F238E27FC236}">
                  <a16:creationId xmlns:a16="http://schemas.microsoft.com/office/drawing/2014/main" id="{D535443E-2002-5D26-290F-D5BCA83A337C}"/>
                </a:ext>
              </a:extLst>
            </p:cNvPr>
            <p:cNvSpPr/>
            <p:nvPr/>
          </p:nvSpPr>
          <p:spPr>
            <a:xfrm>
              <a:off x="1498600" y="1639887"/>
              <a:ext cx="1930399" cy="1325563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2" name="テキスト ボックス 441">
              <a:extLst>
                <a:ext uri="{FF2B5EF4-FFF2-40B4-BE49-F238E27FC236}">
                  <a16:creationId xmlns:a16="http://schemas.microsoft.com/office/drawing/2014/main" id="{31854B16-19CB-F8CB-015A-DD6995C5A241}"/>
                </a:ext>
              </a:extLst>
            </p:cNvPr>
            <p:cNvSpPr txBox="1"/>
            <p:nvPr/>
          </p:nvSpPr>
          <p:spPr>
            <a:xfrm>
              <a:off x="1498599" y="1620234"/>
              <a:ext cx="50366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000" dirty="0">
                  <a:solidFill>
                    <a:srgbClr val="00B050"/>
                  </a:solidFill>
                </a:rPr>
                <a:t>Part3</a:t>
              </a:r>
              <a:endParaRPr kumimoji="1" lang="ja-JP" altLang="en-US" sz="1000" dirty="0">
                <a:solidFill>
                  <a:srgbClr val="00B050"/>
                </a:solidFill>
              </a:endParaRPr>
            </a:p>
          </p:txBody>
        </p:sp>
        <p:sp>
          <p:nvSpPr>
            <p:cNvPr id="443" name="正方形/長方形 442">
              <a:hlinkClick r:id="rId7" action="ppaction://hlinksldjump"/>
              <a:extLst>
                <a:ext uri="{FF2B5EF4-FFF2-40B4-BE49-F238E27FC236}">
                  <a16:creationId xmlns:a16="http://schemas.microsoft.com/office/drawing/2014/main" id="{322E4989-C22E-817C-9411-760D82CBAA00}"/>
                </a:ext>
              </a:extLst>
            </p:cNvPr>
            <p:cNvSpPr/>
            <p:nvPr/>
          </p:nvSpPr>
          <p:spPr>
            <a:xfrm>
              <a:off x="3429000" y="1639886"/>
              <a:ext cx="1507068" cy="1325563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4" name="テキスト ボックス 443">
              <a:extLst>
                <a:ext uri="{FF2B5EF4-FFF2-40B4-BE49-F238E27FC236}">
                  <a16:creationId xmlns:a16="http://schemas.microsoft.com/office/drawing/2014/main" id="{49F4B0EE-38A6-F0C5-9C5D-2D0C5BBD0B16}"/>
                </a:ext>
              </a:extLst>
            </p:cNvPr>
            <p:cNvSpPr txBox="1"/>
            <p:nvPr/>
          </p:nvSpPr>
          <p:spPr>
            <a:xfrm>
              <a:off x="3433232" y="1620234"/>
              <a:ext cx="50366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000" dirty="0">
                  <a:solidFill>
                    <a:srgbClr val="00B050"/>
                  </a:solidFill>
                </a:rPr>
                <a:t>Part4</a:t>
              </a:r>
              <a:endParaRPr kumimoji="1" lang="ja-JP" altLang="en-US" sz="1000" dirty="0">
                <a:solidFill>
                  <a:srgbClr val="00B050"/>
                </a:solidFill>
              </a:endParaRPr>
            </a:p>
          </p:txBody>
        </p:sp>
        <p:sp>
          <p:nvSpPr>
            <p:cNvPr id="445" name="正方形/長方形 444">
              <a:hlinkClick r:id="rId8" action="ppaction://hlinksldjump"/>
              <a:extLst>
                <a:ext uri="{FF2B5EF4-FFF2-40B4-BE49-F238E27FC236}">
                  <a16:creationId xmlns:a16="http://schemas.microsoft.com/office/drawing/2014/main" id="{78976DED-625B-FB17-D898-64140444E581}"/>
                </a:ext>
              </a:extLst>
            </p:cNvPr>
            <p:cNvSpPr/>
            <p:nvPr/>
          </p:nvSpPr>
          <p:spPr>
            <a:xfrm>
              <a:off x="4936068" y="1639886"/>
              <a:ext cx="1858432" cy="1325563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6" name="テキスト ボックス 445">
              <a:extLst>
                <a:ext uri="{FF2B5EF4-FFF2-40B4-BE49-F238E27FC236}">
                  <a16:creationId xmlns:a16="http://schemas.microsoft.com/office/drawing/2014/main" id="{91D9453A-34D1-03DB-E8C5-04CFD9B57297}"/>
                </a:ext>
              </a:extLst>
            </p:cNvPr>
            <p:cNvSpPr txBox="1"/>
            <p:nvPr/>
          </p:nvSpPr>
          <p:spPr>
            <a:xfrm>
              <a:off x="4927294" y="1635622"/>
              <a:ext cx="50366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000" dirty="0">
                  <a:solidFill>
                    <a:srgbClr val="00B050"/>
                  </a:solidFill>
                </a:rPr>
                <a:t>Part5</a:t>
              </a:r>
              <a:endParaRPr kumimoji="1" lang="ja-JP" altLang="en-US" sz="1000" dirty="0">
                <a:solidFill>
                  <a:srgbClr val="00B050"/>
                </a:solidFill>
              </a:endParaRPr>
            </a:p>
          </p:txBody>
        </p:sp>
        <p:sp>
          <p:nvSpPr>
            <p:cNvPr id="447" name="正方形/長方形 446">
              <a:hlinkClick r:id="rId9" action="ppaction://hlinksldjump"/>
              <a:extLst>
                <a:ext uri="{FF2B5EF4-FFF2-40B4-BE49-F238E27FC236}">
                  <a16:creationId xmlns:a16="http://schemas.microsoft.com/office/drawing/2014/main" id="{B75A530C-6C6C-BEA1-55F2-06E791524364}"/>
                </a:ext>
              </a:extLst>
            </p:cNvPr>
            <p:cNvSpPr/>
            <p:nvPr/>
          </p:nvSpPr>
          <p:spPr>
            <a:xfrm>
              <a:off x="6794500" y="1639886"/>
              <a:ext cx="1162409" cy="1325563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8" name="テキスト ボックス 447">
              <a:extLst>
                <a:ext uri="{FF2B5EF4-FFF2-40B4-BE49-F238E27FC236}">
                  <a16:creationId xmlns:a16="http://schemas.microsoft.com/office/drawing/2014/main" id="{839AC988-5E0F-2A45-9C62-72358677E3E4}"/>
                </a:ext>
              </a:extLst>
            </p:cNvPr>
            <p:cNvSpPr txBox="1"/>
            <p:nvPr/>
          </p:nvSpPr>
          <p:spPr>
            <a:xfrm>
              <a:off x="6793007" y="1632829"/>
              <a:ext cx="50366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000" dirty="0">
                  <a:solidFill>
                    <a:srgbClr val="00B050"/>
                  </a:solidFill>
                </a:rPr>
                <a:t>Part6</a:t>
              </a:r>
              <a:endParaRPr kumimoji="1" lang="ja-JP" altLang="en-US" sz="1000" dirty="0">
                <a:solidFill>
                  <a:srgbClr val="00B050"/>
                </a:solidFill>
              </a:endParaRPr>
            </a:p>
          </p:txBody>
        </p:sp>
        <p:sp>
          <p:nvSpPr>
            <p:cNvPr id="449" name="正方形/長方形 448">
              <a:extLst>
                <a:ext uri="{FF2B5EF4-FFF2-40B4-BE49-F238E27FC236}">
                  <a16:creationId xmlns:a16="http://schemas.microsoft.com/office/drawing/2014/main" id="{3720283E-68F1-84F7-C789-BDDB4E1A4D80}"/>
                </a:ext>
              </a:extLst>
            </p:cNvPr>
            <p:cNvSpPr/>
            <p:nvPr/>
          </p:nvSpPr>
          <p:spPr>
            <a:xfrm>
              <a:off x="7956909" y="2056584"/>
              <a:ext cx="3066691" cy="908866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0" name="テキスト ボックス 449">
              <a:extLst>
                <a:ext uri="{FF2B5EF4-FFF2-40B4-BE49-F238E27FC236}">
                  <a16:creationId xmlns:a16="http://schemas.microsoft.com/office/drawing/2014/main" id="{8906C26C-8F0E-7BAD-5F59-D08C63AB8F47}"/>
                </a:ext>
              </a:extLst>
            </p:cNvPr>
            <p:cNvSpPr txBox="1"/>
            <p:nvPr/>
          </p:nvSpPr>
          <p:spPr>
            <a:xfrm>
              <a:off x="7906210" y="2056583"/>
              <a:ext cx="50366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000" dirty="0">
                  <a:solidFill>
                    <a:srgbClr val="00B050"/>
                  </a:solidFill>
                </a:rPr>
                <a:t>Part7</a:t>
              </a:r>
              <a:endParaRPr kumimoji="1" lang="ja-JP" altLang="en-US" sz="1000" dirty="0">
                <a:solidFill>
                  <a:srgbClr val="00B050"/>
                </a:solidFill>
              </a:endParaRPr>
            </a:p>
          </p:txBody>
        </p:sp>
        <p:sp>
          <p:nvSpPr>
            <p:cNvPr id="451" name="テキスト ボックス 450">
              <a:extLst>
                <a:ext uri="{FF2B5EF4-FFF2-40B4-BE49-F238E27FC236}">
                  <a16:creationId xmlns:a16="http://schemas.microsoft.com/office/drawing/2014/main" id="{30DE43C7-2408-2CE8-3101-234A78C48605}"/>
                </a:ext>
              </a:extLst>
            </p:cNvPr>
            <p:cNvSpPr txBox="1"/>
            <p:nvPr/>
          </p:nvSpPr>
          <p:spPr>
            <a:xfrm>
              <a:off x="93132" y="2243947"/>
              <a:ext cx="345377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800" dirty="0">
                  <a:solidFill>
                    <a:srgbClr val="FF0000"/>
                  </a:solidFill>
                </a:rPr>
                <a:t>[4]</a:t>
              </a:r>
              <a:endParaRPr lang="ja-JP" altLang="en-US" sz="800" dirty="0"/>
            </a:p>
          </p:txBody>
        </p:sp>
        <p:sp>
          <p:nvSpPr>
            <p:cNvPr id="452" name="テキスト ボックス 451">
              <a:extLst>
                <a:ext uri="{FF2B5EF4-FFF2-40B4-BE49-F238E27FC236}">
                  <a16:creationId xmlns:a16="http://schemas.microsoft.com/office/drawing/2014/main" id="{EFEF535E-E45A-00A0-5C84-62D7319A49EB}"/>
                </a:ext>
              </a:extLst>
            </p:cNvPr>
            <p:cNvSpPr txBox="1"/>
            <p:nvPr/>
          </p:nvSpPr>
          <p:spPr>
            <a:xfrm>
              <a:off x="612543" y="2243947"/>
              <a:ext cx="345377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800" dirty="0">
                  <a:solidFill>
                    <a:srgbClr val="FF0000"/>
                  </a:solidFill>
                </a:rPr>
                <a:t>[5]</a:t>
              </a:r>
              <a:endParaRPr lang="ja-JP" altLang="en-US" sz="800" dirty="0"/>
            </a:p>
          </p:txBody>
        </p:sp>
        <p:sp>
          <p:nvSpPr>
            <p:cNvPr id="453" name="テキスト ボックス 452">
              <a:extLst>
                <a:ext uri="{FF2B5EF4-FFF2-40B4-BE49-F238E27FC236}">
                  <a16:creationId xmlns:a16="http://schemas.microsoft.com/office/drawing/2014/main" id="{524CB220-AE69-1996-91E5-0E2A5130348D}"/>
                </a:ext>
              </a:extLst>
            </p:cNvPr>
            <p:cNvSpPr txBox="1"/>
            <p:nvPr/>
          </p:nvSpPr>
          <p:spPr>
            <a:xfrm>
              <a:off x="1102065" y="2243947"/>
              <a:ext cx="345377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800" dirty="0">
                  <a:solidFill>
                    <a:srgbClr val="FF0000"/>
                  </a:solidFill>
                </a:rPr>
                <a:t>[6]</a:t>
              </a:r>
              <a:endParaRPr lang="ja-JP" altLang="en-US" sz="800" dirty="0"/>
            </a:p>
          </p:txBody>
        </p:sp>
        <p:sp>
          <p:nvSpPr>
            <p:cNvPr id="454" name="テキスト ボックス 453">
              <a:extLst>
                <a:ext uri="{FF2B5EF4-FFF2-40B4-BE49-F238E27FC236}">
                  <a16:creationId xmlns:a16="http://schemas.microsoft.com/office/drawing/2014/main" id="{A97EC46B-217F-595D-1CB8-32DA35049631}"/>
                </a:ext>
              </a:extLst>
            </p:cNvPr>
            <p:cNvSpPr txBox="1"/>
            <p:nvPr/>
          </p:nvSpPr>
          <p:spPr>
            <a:xfrm>
              <a:off x="1507375" y="2459391"/>
              <a:ext cx="345377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800" dirty="0">
                  <a:solidFill>
                    <a:srgbClr val="FF0000"/>
                  </a:solidFill>
                </a:rPr>
                <a:t>[7]</a:t>
              </a:r>
              <a:endParaRPr lang="ja-JP" altLang="en-US" sz="800" dirty="0"/>
            </a:p>
          </p:txBody>
        </p:sp>
        <p:sp>
          <p:nvSpPr>
            <p:cNvPr id="455" name="テキスト ボックス 454">
              <a:extLst>
                <a:ext uri="{FF2B5EF4-FFF2-40B4-BE49-F238E27FC236}">
                  <a16:creationId xmlns:a16="http://schemas.microsoft.com/office/drawing/2014/main" id="{58FD82F0-1013-B38F-2728-E7EBA6C179A0}"/>
                </a:ext>
              </a:extLst>
            </p:cNvPr>
            <p:cNvSpPr txBox="1"/>
            <p:nvPr/>
          </p:nvSpPr>
          <p:spPr>
            <a:xfrm>
              <a:off x="1941347" y="2459391"/>
              <a:ext cx="345377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800" dirty="0">
                  <a:solidFill>
                    <a:srgbClr val="FF0000"/>
                  </a:solidFill>
                </a:rPr>
                <a:t>[8]</a:t>
              </a:r>
              <a:endParaRPr lang="ja-JP" altLang="en-US" sz="800" dirty="0"/>
            </a:p>
          </p:txBody>
        </p:sp>
        <p:sp>
          <p:nvSpPr>
            <p:cNvPr id="456" name="テキスト ボックス 455">
              <a:extLst>
                <a:ext uri="{FF2B5EF4-FFF2-40B4-BE49-F238E27FC236}">
                  <a16:creationId xmlns:a16="http://schemas.microsoft.com/office/drawing/2014/main" id="{B39AF445-663E-30B6-F6B4-5B5AD250E716}"/>
                </a:ext>
              </a:extLst>
            </p:cNvPr>
            <p:cNvSpPr txBox="1"/>
            <p:nvPr/>
          </p:nvSpPr>
          <p:spPr>
            <a:xfrm>
              <a:off x="2667232" y="2459391"/>
              <a:ext cx="345377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800" dirty="0">
                  <a:solidFill>
                    <a:srgbClr val="FF0000"/>
                  </a:solidFill>
                </a:rPr>
                <a:t>[9]</a:t>
              </a:r>
              <a:endParaRPr lang="ja-JP" altLang="en-US" sz="800" dirty="0"/>
            </a:p>
          </p:txBody>
        </p:sp>
        <p:sp>
          <p:nvSpPr>
            <p:cNvPr id="457" name="テキスト ボックス 456">
              <a:extLst>
                <a:ext uri="{FF2B5EF4-FFF2-40B4-BE49-F238E27FC236}">
                  <a16:creationId xmlns:a16="http://schemas.microsoft.com/office/drawing/2014/main" id="{894252A0-66CF-43CC-76BD-DD3E8D30A173}"/>
                </a:ext>
              </a:extLst>
            </p:cNvPr>
            <p:cNvSpPr txBox="1"/>
            <p:nvPr/>
          </p:nvSpPr>
          <p:spPr>
            <a:xfrm>
              <a:off x="3347849" y="2459391"/>
              <a:ext cx="40149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800" dirty="0">
                  <a:solidFill>
                    <a:srgbClr val="FF0000"/>
                  </a:solidFill>
                </a:rPr>
                <a:t>[10]</a:t>
              </a:r>
              <a:endParaRPr lang="ja-JP" altLang="en-US" sz="800" dirty="0"/>
            </a:p>
          </p:txBody>
        </p:sp>
        <p:sp>
          <p:nvSpPr>
            <p:cNvPr id="458" name="テキスト ボックス 457">
              <a:extLst>
                <a:ext uri="{FF2B5EF4-FFF2-40B4-BE49-F238E27FC236}">
                  <a16:creationId xmlns:a16="http://schemas.microsoft.com/office/drawing/2014/main" id="{C897B228-A2B8-6992-E2E4-928C5D8A878A}"/>
                </a:ext>
              </a:extLst>
            </p:cNvPr>
            <p:cNvSpPr txBox="1"/>
            <p:nvPr/>
          </p:nvSpPr>
          <p:spPr>
            <a:xfrm>
              <a:off x="3755466" y="2459391"/>
              <a:ext cx="40149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800" dirty="0">
                  <a:solidFill>
                    <a:srgbClr val="FF0000"/>
                  </a:solidFill>
                </a:rPr>
                <a:t>[11]</a:t>
              </a:r>
              <a:endParaRPr lang="ja-JP" altLang="en-US" sz="800" dirty="0"/>
            </a:p>
          </p:txBody>
        </p:sp>
        <p:sp>
          <p:nvSpPr>
            <p:cNvPr id="459" name="テキスト ボックス 458">
              <a:extLst>
                <a:ext uri="{FF2B5EF4-FFF2-40B4-BE49-F238E27FC236}">
                  <a16:creationId xmlns:a16="http://schemas.microsoft.com/office/drawing/2014/main" id="{66C22D6B-E80B-6E43-AE0A-5A7AB0D3D57A}"/>
                </a:ext>
              </a:extLst>
            </p:cNvPr>
            <p:cNvSpPr txBox="1"/>
            <p:nvPr/>
          </p:nvSpPr>
          <p:spPr>
            <a:xfrm>
              <a:off x="4276318" y="2459391"/>
              <a:ext cx="40149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800" dirty="0">
                  <a:solidFill>
                    <a:srgbClr val="FF0000"/>
                  </a:solidFill>
                </a:rPr>
                <a:t>[12]</a:t>
              </a:r>
              <a:endParaRPr lang="ja-JP" altLang="en-US" sz="800" dirty="0"/>
            </a:p>
          </p:txBody>
        </p:sp>
        <p:sp>
          <p:nvSpPr>
            <p:cNvPr id="460" name="テキスト ボックス 459">
              <a:extLst>
                <a:ext uri="{FF2B5EF4-FFF2-40B4-BE49-F238E27FC236}">
                  <a16:creationId xmlns:a16="http://schemas.microsoft.com/office/drawing/2014/main" id="{26DF98B6-0947-8AB7-23D6-1AE81F1ABA9C}"/>
                </a:ext>
              </a:extLst>
            </p:cNvPr>
            <p:cNvSpPr txBox="1"/>
            <p:nvPr/>
          </p:nvSpPr>
          <p:spPr>
            <a:xfrm>
              <a:off x="4871041" y="2459391"/>
              <a:ext cx="40149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800" dirty="0">
                  <a:solidFill>
                    <a:srgbClr val="FF0000"/>
                  </a:solidFill>
                </a:rPr>
                <a:t>[13]</a:t>
              </a:r>
              <a:endParaRPr lang="ja-JP" altLang="en-US" sz="800" dirty="0"/>
            </a:p>
          </p:txBody>
        </p:sp>
        <p:sp>
          <p:nvSpPr>
            <p:cNvPr id="461" name="テキスト ボックス 460">
              <a:extLst>
                <a:ext uri="{FF2B5EF4-FFF2-40B4-BE49-F238E27FC236}">
                  <a16:creationId xmlns:a16="http://schemas.microsoft.com/office/drawing/2014/main" id="{3F7CFD00-A06F-8807-7470-193566519FE1}"/>
                </a:ext>
              </a:extLst>
            </p:cNvPr>
            <p:cNvSpPr txBox="1"/>
            <p:nvPr/>
          </p:nvSpPr>
          <p:spPr>
            <a:xfrm>
              <a:off x="5318567" y="2459391"/>
              <a:ext cx="40149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800" dirty="0">
                  <a:solidFill>
                    <a:srgbClr val="FF0000"/>
                  </a:solidFill>
                </a:rPr>
                <a:t>[14]</a:t>
              </a:r>
              <a:endParaRPr lang="ja-JP" altLang="en-US" sz="800" dirty="0"/>
            </a:p>
          </p:txBody>
        </p:sp>
        <p:sp>
          <p:nvSpPr>
            <p:cNvPr id="462" name="テキスト ボックス 461">
              <a:extLst>
                <a:ext uri="{FF2B5EF4-FFF2-40B4-BE49-F238E27FC236}">
                  <a16:creationId xmlns:a16="http://schemas.microsoft.com/office/drawing/2014/main" id="{232F33BC-84A6-5E15-709C-89FCC958952F}"/>
                </a:ext>
              </a:extLst>
            </p:cNvPr>
            <p:cNvSpPr txBox="1"/>
            <p:nvPr/>
          </p:nvSpPr>
          <p:spPr>
            <a:xfrm>
              <a:off x="6033450" y="2459391"/>
              <a:ext cx="40149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800" dirty="0">
                  <a:solidFill>
                    <a:srgbClr val="FF0000"/>
                  </a:solidFill>
                </a:rPr>
                <a:t>[15]</a:t>
              </a:r>
              <a:endParaRPr lang="ja-JP" altLang="en-US" sz="800" dirty="0"/>
            </a:p>
          </p:txBody>
        </p:sp>
        <p:sp>
          <p:nvSpPr>
            <p:cNvPr id="463" name="テキスト ボックス 462">
              <a:extLst>
                <a:ext uri="{FF2B5EF4-FFF2-40B4-BE49-F238E27FC236}">
                  <a16:creationId xmlns:a16="http://schemas.microsoft.com/office/drawing/2014/main" id="{2481017F-0F95-535B-7FD2-3322E43313B2}"/>
                </a:ext>
              </a:extLst>
            </p:cNvPr>
            <p:cNvSpPr txBox="1"/>
            <p:nvPr/>
          </p:nvSpPr>
          <p:spPr>
            <a:xfrm>
              <a:off x="6753215" y="2459391"/>
              <a:ext cx="40149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800" dirty="0">
                  <a:solidFill>
                    <a:srgbClr val="FF0000"/>
                  </a:solidFill>
                </a:rPr>
                <a:t>[16]</a:t>
              </a:r>
              <a:endParaRPr lang="ja-JP" altLang="en-US" sz="800" dirty="0"/>
            </a:p>
          </p:txBody>
        </p:sp>
        <p:sp>
          <p:nvSpPr>
            <p:cNvPr id="464" name="テキスト ボックス 463">
              <a:extLst>
                <a:ext uri="{FF2B5EF4-FFF2-40B4-BE49-F238E27FC236}">
                  <a16:creationId xmlns:a16="http://schemas.microsoft.com/office/drawing/2014/main" id="{A30A7A1C-3108-94D2-6937-71310AD8E245}"/>
                </a:ext>
              </a:extLst>
            </p:cNvPr>
            <p:cNvSpPr txBox="1"/>
            <p:nvPr/>
          </p:nvSpPr>
          <p:spPr>
            <a:xfrm>
              <a:off x="7296671" y="2459391"/>
              <a:ext cx="40149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800" dirty="0">
                  <a:solidFill>
                    <a:srgbClr val="FF0000"/>
                  </a:solidFill>
                </a:rPr>
                <a:t>[17]</a:t>
              </a:r>
              <a:endParaRPr lang="ja-JP" altLang="en-US" sz="800" dirty="0"/>
            </a:p>
          </p:txBody>
        </p:sp>
        <p:sp>
          <p:nvSpPr>
            <p:cNvPr id="465" name="テキスト ボックス 464">
              <a:extLst>
                <a:ext uri="{FF2B5EF4-FFF2-40B4-BE49-F238E27FC236}">
                  <a16:creationId xmlns:a16="http://schemas.microsoft.com/office/drawing/2014/main" id="{E8F21558-0093-DBFD-1F6C-47D0221E6287}"/>
                </a:ext>
              </a:extLst>
            </p:cNvPr>
            <p:cNvSpPr txBox="1"/>
            <p:nvPr/>
          </p:nvSpPr>
          <p:spPr>
            <a:xfrm>
              <a:off x="7950249" y="2513209"/>
              <a:ext cx="40149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800" dirty="0">
                  <a:solidFill>
                    <a:srgbClr val="FF0000"/>
                  </a:solidFill>
                </a:rPr>
                <a:t>[18]</a:t>
              </a:r>
              <a:endParaRPr lang="ja-JP" altLang="en-US" sz="800" dirty="0"/>
            </a:p>
          </p:txBody>
        </p:sp>
        <p:sp>
          <p:nvSpPr>
            <p:cNvPr id="466" name="テキスト ボックス 465">
              <a:extLst>
                <a:ext uri="{FF2B5EF4-FFF2-40B4-BE49-F238E27FC236}">
                  <a16:creationId xmlns:a16="http://schemas.microsoft.com/office/drawing/2014/main" id="{6A1AFF9A-247E-C716-5640-F249399F307F}"/>
                </a:ext>
              </a:extLst>
            </p:cNvPr>
            <p:cNvSpPr txBox="1"/>
            <p:nvPr/>
          </p:nvSpPr>
          <p:spPr>
            <a:xfrm>
              <a:off x="8502884" y="2503921"/>
              <a:ext cx="40149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800" dirty="0">
                  <a:solidFill>
                    <a:srgbClr val="FF0000"/>
                  </a:solidFill>
                </a:rPr>
                <a:t>[19]</a:t>
              </a:r>
              <a:endParaRPr lang="ja-JP" altLang="en-US" sz="800" dirty="0"/>
            </a:p>
          </p:txBody>
        </p:sp>
        <p:sp>
          <p:nvSpPr>
            <p:cNvPr id="467" name="テキスト ボックス 466">
              <a:extLst>
                <a:ext uri="{FF2B5EF4-FFF2-40B4-BE49-F238E27FC236}">
                  <a16:creationId xmlns:a16="http://schemas.microsoft.com/office/drawing/2014/main" id="{842A2F0F-8A7E-68C9-8C74-D2CEB3729FA0}"/>
                </a:ext>
              </a:extLst>
            </p:cNvPr>
            <p:cNvSpPr txBox="1"/>
            <p:nvPr/>
          </p:nvSpPr>
          <p:spPr>
            <a:xfrm>
              <a:off x="8833346" y="2503921"/>
              <a:ext cx="40149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800" dirty="0">
                  <a:solidFill>
                    <a:srgbClr val="FF0000"/>
                  </a:solidFill>
                </a:rPr>
                <a:t>[20]</a:t>
              </a:r>
              <a:endParaRPr lang="ja-JP" altLang="en-US" sz="800" dirty="0"/>
            </a:p>
          </p:txBody>
        </p:sp>
        <p:sp>
          <p:nvSpPr>
            <p:cNvPr id="468" name="テキスト ボックス 467">
              <a:extLst>
                <a:ext uri="{FF2B5EF4-FFF2-40B4-BE49-F238E27FC236}">
                  <a16:creationId xmlns:a16="http://schemas.microsoft.com/office/drawing/2014/main" id="{2920CE0C-4CE4-56B2-2139-F149B8E80496}"/>
                </a:ext>
              </a:extLst>
            </p:cNvPr>
            <p:cNvSpPr txBox="1"/>
            <p:nvPr/>
          </p:nvSpPr>
          <p:spPr>
            <a:xfrm>
              <a:off x="9397264" y="2503921"/>
              <a:ext cx="40149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800" dirty="0">
                  <a:solidFill>
                    <a:srgbClr val="FF0000"/>
                  </a:solidFill>
                </a:rPr>
                <a:t>[21]</a:t>
              </a:r>
              <a:endParaRPr lang="ja-JP" altLang="en-US" sz="800" dirty="0"/>
            </a:p>
          </p:txBody>
        </p:sp>
        <p:sp>
          <p:nvSpPr>
            <p:cNvPr id="469" name="テキスト ボックス 468">
              <a:extLst>
                <a:ext uri="{FF2B5EF4-FFF2-40B4-BE49-F238E27FC236}">
                  <a16:creationId xmlns:a16="http://schemas.microsoft.com/office/drawing/2014/main" id="{35D18FD6-0097-02B2-B345-A0FA5C4E57F5}"/>
                </a:ext>
              </a:extLst>
            </p:cNvPr>
            <p:cNvSpPr txBox="1"/>
            <p:nvPr/>
          </p:nvSpPr>
          <p:spPr>
            <a:xfrm>
              <a:off x="9846477" y="2518932"/>
              <a:ext cx="40149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800" dirty="0">
                  <a:solidFill>
                    <a:srgbClr val="FF0000"/>
                  </a:solidFill>
                </a:rPr>
                <a:t>[22]</a:t>
              </a:r>
              <a:endParaRPr lang="ja-JP" altLang="en-US" sz="800" dirty="0"/>
            </a:p>
          </p:txBody>
        </p:sp>
        <p:sp>
          <p:nvSpPr>
            <p:cNvPr id="470" name="テキスト ボックス 469">
              <a:extLst>
                <a:ext uri="{FF2B5EF4-FFF2-40B4-BE49-F238E27FC236}">
                  <a16:creationId xmlns:a16="http://schemas.microsoft.com/office/drawing/2014/main" id="{2C49C6E8-248B-8AF3-4D44-BA8AEDE5086A}"/>
                </a:ext>
              </a:extLst>
            </p:cNvPr>
            <p:cNvSpPr txBox="1"/>
            <p:nvPr/>
          </p:nvSpPr>
          <p:spPr>
            <a:xfrm>
              <a:off x="10388400" y="2503921"/>
              <a:ext cx="40149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800" dirty="0">
                  <a:solidFill>
                    <a:srgbClr val="FF0000"/>
                  </a:solidFill>
                </a:rPr>
                <a:t>[23]</a:t>
              </a:r>
              <a:endParaRPr lang="ja-JP" altLang="en-US" sz="800" dirty="0"/>
            </a:p>
          </p:txBody>
        </p:sp>
      </p:grpSp>
      <p:sp>
        <p:nvSpPr>
          <p:cNvPr id="471" name="テキスト ボックス 470">
            <a:extLst>
              <a:ext uri="{FF2B5EF4-FFF2-40B4-BE49-F238E27FC236}">
                <a16:creationId xmlns:a16="http://schemas.microsoft.com/office/drawing/2014/main" id="{1FA1FA60-727C-2F6E-8E73-CFA4362A373C}"/>
              </a:ext>
            </a:extLst>
          </p:cNvPr>
          <p:cNvSpPr txBox="1"/>
          <p:nvPr/>
        </p:nvSpPr>
        <p:spPr>
          <a:xfrm>
            <a:off x="15980" y="1374666"/>
            <a:ext cx="9420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説明：</a:t>
            </a:r>
            <a:endParaRPr lang="en-US" altLang="ja-JP" dirty="0"/>
          </a:p>
          <a:p>
            <a:r>
              <a:rPr lang="ja-JP" altLang="en-US" dirty="0"/>
              <a:t>・フローチャートの流れによって番号を付けた。</a:t>
            </a:r>
            <a:endParaRPr lang="en-US" altLang="ja-JP" dirty="0"/>
          </a:p>
          <a:p>
            <a:r>
              <a:rPr lang="ja-JP" altLang="en-US" dirty="0"/>
              <a:t>・図が長いため、</a:t>
            </a:r>
            <a:r>
              <a:rPr lang="en-US" altLang="ja-JP" dirty="0"/>
              <a:t>7</a:t>
            </a:r>
            <a:r>
              <a:rPr lang="ja-JP" altLang="en-US" dirty="0"/>
              <a:t>つに分けた。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76" name="テキスト ボックス 475">
            <a:extLst>
              <a:ext uri="{FF2B5EF4-FFF2-40B4-BE49-F238E27FC236}">
                <a16:creationId xmlns:a16="http://schemas.microsoft.com/office/drawing/2014/main" id="{02CB4EE4-8233-B42E-6426-CF0F60E6A73B}"/>
              </a:ext>
            </a:extLst>
          </p:cNvPr>
          <p:cNvSpPr txBox="1"/>
          <p:nvPr/>
        </p:nvSpPr>
        <p:spPr>
          <a:xfrm>
            <a:off x="8089986" y="5854578"/>
            <a:ext cx="62227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Ctrl</a:t>
            </a:r>
            <a:r>
              <a:rPr lang="ja-JP" altLang="en-US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キーを押しながらクリックすると、</a:t>
            </a:r>
            <a:endParaRPr lang="en-US" altLang="ja-JP" b="0" i="0" dirty="0">
              <a:solidFill>
                <a:srgbClr val="111111"/>
              </a:solidFill>
              <a:effectLst/>
              <a:latin typeface="Roboto" panose="02000000000000000000" pitchFamily="2" charset="0"/>
            </a:endParaRPr>
          </a:p>
          <a:p>
            <a:r>
              <a:rPr lang="ja-JP" altLang="en-US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対応するページにジャンプでき</a:t>
            </a:r>
            <a:r>
              <a:rPr lang="ja-JP" altLang="en-US" dirty="0">
                <a:solidFill>
                  <a:srgbClr val="111111"/>
                </a:solidFill>
                <a:latin typeface="Roboto" panose="02000000000000000000" pitchFamily="2" charset="0"/>
              </a:rPr>
              <a:t>る。</a:t>
            </a:r>
            <a:endParaRPr lang="ja-JP" altLang="en-US" dirty="0"/>
          </a:p>
        </p:txBody>
      </p:sp>
      <p:sp>
        <p:nvSpPr>
          <p:cNvPr id="477" name="正方形/長方形 476">
            <a:hlinkClick r:id="rId10" action="ppaction://hlinksldjump"/>
            <a:extLst>
              <a:ext uri="{FF2B5EF4-FFF2-40B4-BE49-F238E27FC236}">
                <a16:creationId xmlns:a16="http://schemas.microsoft.com/office/drawing/2014/main" id="{970A3100-492D-6295-167E-A464799EDCF0}"/>
              </a:ext>
            </a:extLst>
          </p:cNvPr>
          <p:cNvSpPr/>
          <p:nvPr/>
        </p:nvSpPr>
        <p:spPr>
          <a:xfrm>
            <a:off x="9298540" y="3683000"/>
            <a:ext cx="516198" cy="9088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8" name="正方形/長方形 477">
            <a:hlinkClick r:id="rId11" action="ppaction://hlinksldjump"/>
            <a:extLst>
              <a:ext uri="{FF2B5EF4-FFF2-40B4-BE49-F238E27FC236}">
                <a16:creationId xmlns:a16="http://schemas.microsoft.com/office/drawing/2014/main" id="{2121F519-5E4A-09CA-A3B6-C79C3681BB57}"/>
              </a:ext>
            </a:extLst>
          </p:cNvPr>
          <p:cNvSpPr/>
          <p:nvPr/>
        </p:nvSpPr>
        <p:spPr>
          <a:xfrm>
            <a:off x="10375297" y="3584116"/>
            <a:ext cx="516198" cy="9088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0" name="正方形/長方形 479">
            <a:hlinkClick r:id="rId11" action="ppaction://hlinksldjump"/>
            <a:extLst>
              <a:ext uri="{FF2B5EF4-FFF2-40B4-BE49-F238E27FC236}">
                <a16:creationId xmlns:a16="http://schemas.microsoft.com/office/drawing/2014/main" id="{683A2E9F-3640-64D3-94CF-8EA5F9DCA44B}"/>
              </a:ext>
            </a:extLst>
          </p:cNvPr>
          <p:cNvSpPr/>
          <p:nvPr/>
        </p:nvSpPr>
        <p:spPr>
          <a:xfrm>
            <a:off x="8746747" y="3698766"/>
            <a:ext cx="516198" cy="9088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1" name="正方形/長方形 480">
            <a:hlinkClick r:id="rId12" action="ppaction://hlinksldjump"/>
            <a:extLst>
              <a:ext uri="{FF2B5EF4-FFF2-40B4-BE49-F238E27FC236}">
                <a16:creationId xmlns:a16="http://schemas.microsoft.com/office/drawing/2014/main" id="{5285759A-1F79-8941-9184-943A2573365F}"/>
              </a:ext>
            </a:extLst>
          </p:cNvPr>
          <p:cNvSpPr/>
          <p:nvPr/>
        </p:nvSpPr>
        <p:spPr>
          <a:xfrm>
            <a:off x="9888182" y="3672783"/>
            <a:ext cx="516198" cy="9088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7446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6CB6AA-BFC8-A52C-6A53-B3B0CE22F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733"/>
            <a:ext cx="10515600" cy="112841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 b="1" dirty="0"/>
              <a:t>SID$27</a:t>
            </a:r>
            <a:r>
              <a:rPr lang="ja-JP" altLang="en-US" b="1" dirty="0"/>
              <a:t>の実装</a:t>
            </a:r>
            <a:r>
              <a:rPr lang="en-US" altLang="ja-JP" b="1" dirty="0"/>
              <a:t>-Part1</a:t>
            </a:r>
            <a:endParaRPr lang="ja-JP" altLang="en-US" b="1" dirty="0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3094EA0A-D4B3-3953-34ED-4A4589D6255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65" r="8665"/>
          <a:stretch/>
        </p:blipFill>
        <p:spPr>
          <a:xfrm>
            <a:off x="1004320" y="1547800"/>
            <a:ext cx="7851227" cy="4978606"/>
          </a:xfrm>
          <a:prstGeom prst="rect">
            <a:avLst/>
          </a:prstGeom>
        </p:spPr>
      </p:pic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6389140-D280-9455-2956-2B064070EBBD}"/>
              </a:ext>
            </a:extLst>
          </p:cNvPr>
          <p:cNvSpPr/>
          <p:nvPr/>
        </p:nvSpPr>
        <p:spPr>
          <a:xfrm flipH="1">
            <a:off x="3987796" y="2802468"/>
            <a:ext cx="1718734" cy="23706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2C079F7-A789-80DD-AC29-1CB7C76AA0D9}"/>
              </a:ext>
            </a:extLst>
          </p:cNvPr>
          <p:cNvSpPr txBox="1"/>
          <p:nvPr/>
        </p:nvSpPr>
        <p:spPr>
          <a:xfrm>
            <a:off x="5791198" y="2348725"/>
            <a:ext cx="20425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</a:rPr>
              <a:t>[1]Session</a:t>
            </a:r>
            <a:r>
              <a:rPr lang="ja-JP" altLang="en-US" dirty="0">
                <a:solidFill>
                  <a:srgbClr val="FF0000"/>
                </a:solidFill>
              </a:rPr>
              <a:t>が</a:t>
            </a:r>
            <a:r>
              <a:rPr lang="en-US" altLang="ja-JP" dirty="0">
                <a:solidFill>
                  <a:srgbClr val="FF0000"/>
                </a:solidFill>
              </a:rPr>
              <a:t>01</a:t>
            </a:r>
            <a:r>
              <a:rPr lang="ja-JP" altLang="en-US" dirty="0">
                <a:solidFill>
                  <a:srgbClr val="FF0000"/>
                </a:solidFill>
              </a:rPr>
              <a:t>、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lang="en-US" altLang="ja-JP" dirty="0">
                <a:solidFill>
                  <a:srgbClr val="FF0000"/>
                </a:solidFill>
              </a:rPr>
              <a:t>”7F 27 7F”</a:t>
            </a:r>
            <a:r>
              <a:rPr lang="ja-JP" altLang="en-US" dirty="0">
                <a:solidFill>
                  <a:srgbClr val="FF0000"/>
                </a:solidFill>
              </a:rPr>
              <a:t>を返送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FB6E432E-6AE4-2F5C-A372-4D3EB9907FE3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5063065" y="2671891"/>
            <a:ext cx="728133" cy="1305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FCAC75E-8CA5-5D89-0F57-787435853E46}"/>
              </a:ext>
            </a:extLst>
          </p:cNvPr>
          <p:cNvSpPr txBox="1"/>
          <p:nvPr/>
        </p:nvSpPr>
        <p:spPr>
          <a:xfrm>
            <a:off x="192739" y="886081"/>
            <a:ext cx="4769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Part1</a:t>
            </a:r>
            <a:r>
              <a:rPr lang="ja-JP" altLang="en-US" dirty="0"/>
              <a:t>に対応するレスポンスは</a:t>
            </a:r>
            <a:r>
              <a:rPr lang="en-US" altLang="ja-JP" dirty="0"/>
              <a:t>[1]~[3]</a:t>
            </a:r>
            <a:r>
              <a:rPr lang="ja-JP" altLang="en-US" dirty="0"/>
              <a:t>で確認</a:t>
            </a:r>
            <a:endParaRPr lang="en-US" altLang="ja-JP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AA435099-7D44-67B5-4C60-740FF61E4F76}"/>
              </a:ext>
            </a:extLst>
          </p:cNvPr>
          <p:cNvSpPr txBox="1"/>
          <p:nvPr/>
        </p:nvSpPr>
        <p:spPr>
          <a:xfrm>
            <a:off x="1004320" y="3331921"/>
            <a:ext cx="30348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</a:rPr>
              <a:t>[2]</a:t>
            </a:r>
            <a:r>
              <a:rPr lang="ja-JP" altLang="en-US" sz="1400" dirty="0">
                <a:solidFill>
                  <a:srgbClr val="FF0000"/>
                </a:solidFill>
              </a:rPr>
              <a:t>メッセージ長さが</a:t>
            </a:r>
            <a:r>
              <a:rPr lang="en-US" altLang="ja-JP" sz="1400" dirty="0">
                <a:solidFill>
                  <a:srgbClr val="FF0000"/>
                </a:solidFill>
              </a:rPr>
              <a:t>2</a:t>
            </a:r>
            <a:r>
              <a:rPr lang="ja-JP" altLang="en-US" sz="1400" dirty="0">
                <a:solidFill>
                  <a:srgbClr val="FF0000"/>
                </a:solidFill>
              </a:rPr>
              <a:t>バイト未満、</a:t>
            </a:r>
            <a:endParaRPr lang="en-US" altLang="ja-JP" sz="1400" dirty="0">
              <a:solidFill>
                <a:srgbClr val="FF0000"/>
              </a:solidFill>
            </a:endParaRPr>
          </a:p>
          <a:p>
            <a:r>
              <a:rPr lang="en-US" altLang="ja-JP" sz="1400" dirty="0">
                <a:solidFill>
                  <a:srgbClr val="FF0000"/>
                </a:solidFill>
              </a:rPr>
              <a:t>     ”7F 27 13”</a:t>
            </a:r>
            <a:r>
              <a:rPr lang="ja-JP" altLang="en-US" sz="1400" dirty="0">
                <a:solidFill>
                  <a:srgbClr val="FF0000"/>
                </a:solidFill>
              </a:rPr>
              <a:t>を返送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AB36A528-2F3E-BC89-23F9-B481E908377A}"/>
              </a:ext>
            </a:extLst>
          </p:cNvPr>
          <p:cNvSpPr/>
          <p:nvPr/>
        </p:nvSpPr>
        <p:spPr>
          <a:xfrm flipH="1">
            <a:off x="3993056" y="3702082"/>
            <a:ext cx="1718734" cy="23706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CBE16AC5-53AC-2781-DA75-251C53383A53}"/>
              </a:ext>
            </a:extLst>
          </p:cNvPr>
          <p:cNvCxnSpPr>
            <a:cxnSpLocks/>
          </p:cNvCxnSpPr>
          <p:nvPr/>
        </p:nvCxnSpPr>
        <p:spPr>
          <a:xfrm flipH="1" flipV="1">
            <a:off x="3649133" y="3666067"/>
            <a:ext cx="389992" cy="1562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2A173F87-461D-383C-B5EC-2D1BC124D60C}"/>
              </a:ext>
            </a:extLst>
          </p:cNvPr>
          <p:cNvSpPr/>
          <p:nvPr/>
        </p:nvSpPr>
        <p:spPr>
          <a:xfrm flipH="1">
            <a:off x="3998312" y="3975163"/>
            <a:ext cx="1718734" cy="26907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6F370C6A-1AC6-7316-59B4-F68F892D4B72}"/>
              </a:ext>
            </a:extLst>
          </p:cNvPr>
          <p:cNvSpPr txBox="1"/>
          <p:nvPr/>
        </p:nvSpPr>
        <p:spPr>
          <a:xfrm>
            <a:off x="5837476" y="4518621"/>
            <a:ext cx="42835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</a:rPr>
              <a:t>[3] </a:t>
            </a:r>
            <a:r>
              <a:rPr lang="en-US" altLang="ja-JP" dirty="0" err="1">
                <a:solidFill>
                  <a:srgbClr val="FF0000"/>
                </a:solidFill>
              </a:rPr>
              <a:t>securityAccessType</a:t>
            </a:r>
            <a:r>
              <a:rPr lang="ja-JP" altLang="en-US" dirty="0">
                <a:solidFill>
                  <a:srgbClr val="FF0000"/>
                </a:solidFill>
              </a:rPr>
              <a:t>が正しくない、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lang="en-US" altLang="ja-JP" dirty="0">
                <a:solidFill>
                  <a:srgbClr val="FF0000"/>
                </a:solidFill>
              </a:rPr>
              <a:t>”7F 27 12”</a:t>
            </a:r>
            <a:r>
              <a:rPr lang="ja-JP" altLang="en-US" dirty="0">
                <a:solidFill>
                  <a:srgbClr val="FF0000"/>
                </a:solidFill>
              </a:rPr>
              <a:t>を返送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5CF2F5BB-492D-4985-2E0B-C32005A125AA}"/>
              </a:ext>
            </a:extLst>
          </p:cNvPr>
          <p:cNvCxnSpPr/>
          <p:nvPr/>
        </p:nvCxnSpPr>
        <p:spPr>
          <a:xfrm>
            <a:off x="5717046" y="4139944"/>
            <a:ext cx="578889" cy="3550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7" name="図 466">
            <a:extLst>
              <a:ext uri="{FF2B5EF4-FFF2-40B4-BE49-F238E27FC236}">
                <a16:creationId xmlns:a16="http://schemas.microsoft.com/office/drawing/2014/main" id="{8D051B42-55E3-8A12-02FA-244AFAA84C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6906" b="59096"/>
          <a:stretch/>
        </p:blipFill>
        <p:spPr>
          <a:xfrm>
            <a:off x="8157182" y="73488"/>
            <a:ext cx="4034818" cy="989923"/>
          </a:xfrm>
          <a:prstGeom prst="rect">
            <a:avLst/>
          </a:prstGeom>
        </p:spPr>
      </p:pic>
      <p:sp>
        <p:nvSpPr>
          <p:cNvPr id="469" name="テキスト ボックス 468">
            <a:hlinkClick r:id="rId4" action="ppaction://hlinksldjump"/>
            <a:extLst>
              <a:ext uri="{FF2B5EF4-FFF2-40B4-BE49-F238E27FC236}">
                <a16:creationId xmlns:a16="http://schemas.microsoft.com/office/drawing/2014/main" id="{C5F3EDAE-57F9-31E7-AF4C-A999AB689A10}"/>
              </a:ext>
            </a:extLst>
          </p:cNvPr>
          <p:cNvSpPr txBox="1"/>
          <p:nvPr/>
        </p:nvSpPr>
        <p:spPr>
          <a:xfrm>
            <a:off x="10402850" y="136313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全体図に戻る</a:t>
            </a:r>
          </a:p>
        </p:txBody>
      </p:sp>
    </p:spTree>
    <p:extLst>
      <p:ext uri="{BB962C8B-B14F-4D97-AF65-F5344CB8AC3E}">
        <p14:creationId xmlns:p14="http://schemas.microsoft.com/office/powerpoint/2010/main" val="1528917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>
            <a:extLst>
              <a:ext uri="{FF2B5EF4-FFF2-40B4-BE49-F238E27FC236}">
                <a16:creationId xmlns:a16="http://schemas.microsoft.com/office/drawing/2014/main" id="{3094EA0A-D4B3-3953-34ED-4A4589D6255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1" r="8561"/>
          <a:stretch/>
        </p:blipFill>
        <p:spPr>
          <a:xfrm>
            <a:off x="257941" y="1464545"/>
            <a:ext cx="8480630" cy="5377722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E36CB6AA-BFC8-A52C-6A53-B3B0CE22F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733"/>
            <a:ext cx="10515600" cy="112841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 b="1" dirty="0"/>
              <a:t>SID$27</a:t>
            </a:r>
            <a:r>
              <a:rPr lang="ja-JP" altLang="en-US" b="1" dirty="0"/>
              <a:t>の実装</a:t>
            </a:r>
            <a:r>
              <a:rPr lang="en-US" altLang="ja-JP" b="1" dirty="0"/>
              <a:t>-Part2</a:t>
            </a:r>
            <a:endParaRPr lang="ja-JP" altLang="en-US" b="1" dirty="0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6389140-D280-9455-2956-2B064070EBBD}"/>
              </a:ext>
            </a:extLst>
          </p:cNvPr>
          <p:cNvSpPr/>
          <p:nvPr/>
        </p:nvSpPr>
        <p:spPr>
          <a:xfrm flipH="1">
            <a:off x="3153102" y="2812969"/>
            <a:ext cx="2091559" cy="26907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2C079F7-A789-80DD-AC29-1CB7C76AA0D9}"/>
              </a:ext>
            </a:extLst>
          </p:cNvPr>
          <p:cNvSpPr txBox="1"/>
          <p:nvPr/>
        </p:nvSpPr>
        <p:spPr>
          <a:xfrm>
            <a:off x="1029608" y="1994558"/>
            <a:ext cx="47756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</a:rPr>
              <a:t>[4]”27 07 00”</a:t>
            </a:r>
            <a:r>
              <a:rPr lang="ja-JP" altLang="en-US" dirty="0">
                <a:solidFill>
                  <a:srgbClr val="FF0000"/>
                </a:solidFill>
              </a:rPr>
              <a:t>は</a:t>
            </a:r>
            <a:r>
              <a:rPr lang="en-US" altLang="ja-JP" dirty="0" err="1">
                <a:solidFill>
                  <a:srgbClr val="FF0000"/>
                </a:solidFill>
              </a:rPr>
              <a:t>requestSeed</a:t>
            </a:r>
            <a:r>
              <a:rPr lang="ja-JP" altLang="en-US" dirty="0">
                <a:solidFill>
                  <a:srgbClr val="FF0000"/>
                </a:solidFill>
              </a:rPr>
              <a:t>と対応するが、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lang="en-US" altLang="ja-JP" dirty="0">
                <a:solidFill>
                  <a:srgbClr val="FF0000"/>
                </a:solidFill>
              </a:rPr>
              <a:t>2</a:t>
            </a:r>
            <a:r>
              <a:rPr lang="ja-JP" altLang="en-US" dirty="0">
                <a:solidFill>
                  <a:srgbClr val="FF0000"/>
                </a:solidFill>
              </a:rPr>
              <a:t>バイトではないため、</a:t>
            </a:r>
            <a:r>
              <a:rPr lang="en-US" altLang="ja-JP" dirty="0">
                <a:solidFill>
                  <a:srgbClr val="FF0000"/>
                </a:solidFill>
              </a:rPr>
              <a:t>”7F 27 13”</a:t>
            </a:r>
            <a:r>
              <a:rPr lang="ja-JP" altLang="en-US" dirty="0">
                <a:solidFill>
                  <a:srgbClr val="FF0000"/>
                </a:solidFill>
              </a:rPr>
              <a:t>を返送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FB6E432E-6AE4-2F5C-A372-4D3EB9907FE3}"/>
              </a:ext>
            </a:extLst>
          </p:cNvPr>
          <p:cNvCxnSpPr>
            <a:cxnSpLocks/>
          </p:cNvCxnSpPr>
          <p:nvPr/>
        </p:nvCxnSpPr>
        <p:spPr>
          <a:xfrm flipH="1" flipV="1">
            <a:off x="2521819" y="2713210"/>
            <a:ext cx="770021" cy="2054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FCAC75E-8CA5-5D89-0F57-787435853E46}"/>
              </a:ext>
            </a:extLst>
          </p:cNvPr>
          <p:cNvSpPr txBox="1"/>
          <p:nvPr/>
        </p:nvSpPr>
        <p:spPr>
          <a:xfrm>
            <a:off x="257941" y="1017601"/>
            <a:ext cx="76145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Part2</a:t>
            </a:r>
            <a:r>
              <a:rPr lang="ja-JP" altLang="en-US" dirty="0"/>
              <a:t>に対応するレスポンスは</a:t>
            </a:r>
            <a:r>
              <a:rPr lang="en-US" altLang="ja-JP" dirty="0"/>
              <a:t>[4]~[6]</a:t>
            </a:r>
            <a:r>
              <a:rPr lang="ja-JP" altLang="en-US" dirty="0"/>
              <a:t>で確認</a:t>
            </a:r>
            <a:endParaRPr lang="en-US" altLang="ja-JP" dirty="0"/>
          </a:p>
          <a:p>
            <a:r>
              <a:rPr lang="en-US" altLang="ja-JP" dirty="0"/>
              <a:t>*[5]</a:t>
            </a:r>
            <a:r>
              <a:rPr lang="ja-JP" altLang="en-US" dirty="0"/>
              <a:t>の確認は不正アクセスが必要なので、</a:t>
            </a:r>
            <a:r>
              <a:rPr lang="en-US" altLang="ja-JP" dirty="0"/>
              <a:t>Part7</a:t>
            </a:r>
            <a:r>
              <a:rPr lang="ja-JP" altLang="en-US" dirty="0"/>
              <a:t>の</a:t>
            </a:r>
            <a:r>
              <a:rPr lang="en-US" altLang="ja-JP" dirty="0"/>
              <a:t>[20]</a:t>
            </a:r>
            <a:r>
              <a:rPr lang="ja-JP" altLang="en-US" dirty="0"/>
              <a:t>の確認の後で行う</a:t>
            </a:r>
            <a:endParaRPr lang="en-US" altLang="ja-JP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801360B8-3AE2-5B66-ED96-751203774B8B}"/>
              </a:ext>
            </a:extLst>
          </p:cNvPr>
          <p:cNvSpPr/>
          <p:nvPr/>
        </p:nvSpPr>
        <p:spPr>
          <a:xfrm flipH="1">
            <a:off x="3090053" y="5682292"/>
            <a:ext cx="2091559" cy="26907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826C1263-C4F4-6DDE-FE8F-E47B3C4CC574}"/>
              </a:ext>
            </a:extLst>
          </p:cNvPr>
          <p:cNvCxnSpPr>
            <a:cxnSpLocks/>
          </p:cNvCxnSpPr>
          <p:nvPr/>
        </p:nvCxnSpPr>
        <p:spPr>
          <a:xfrm flipV="1">
            <a:off x="5133723" y="5744480"/>
            <a:ext cx="188752" cy="1071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FA04911B-F1A5-D20F-CF0C-27A07E326722}"/>
              </a:ext>
            </a:extLst>
          </p:cNvPr>
          <p:cNvSpPr txBox="1"/>
          <p:nvPr/>
        </p:nvSpPr>
        <p:spPr>
          <a:xfrm>
            <a:off x="5388053" y="5482278"/>
            <a:ext cx="6227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</a:rPr>
              <a:t>[6]</a:t>
            </a:r>
            <a:r>
              <a:rPr lang="ja-JP" altLang="en-US" dirty="0">
                <a:solidFill>
                  <a:srgbClr val="FF0000"/>
                </a:solidFill>
              </a:rPr>
              <a:t>時間が</a:t>
            </a:r>
            <a:r>
              <a:rPr lang="en-US" altLang="ja-JP" dirty="0">
                <a:solidFill>
                  <a:srgbClr val="FF0000"/>
                </a:solidFill>
              </a:rPr>
              <a:t>DT</a:t>
            </a:r>
            <a:r>
              <a:rPr lang="en-US" altLang="ja-JP" baseline="-25000" dirty="0">
                <a:solidFill>
                  <a:srgbClr val="FF0000"/>
                </a:solidFill>
              </a:rPr>
              <a:t>IGON</a:t>
            </a:r>
            <a:r>
              <a:rPr lang="ja-JP" altLang="en-US" dirty="0">
                <a:solidFill>
                  <a:srgbClr val="FF0000"/>
                </a:solidFill>
              </a:rPr>
              <a:t>未満なので、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kumimoji="1" lang="en-US" altLang="ja-JP" dirty="0">
                <a:solidFill>
                  <a:srgbClr val="FF0000"/>
                </a:solidFill>
              </a:rPr>
              <a:t>“7F 27 37”</a:t>
            </a:r>
            <a:r>
              <a:rPr kumimoji="1" lang="ja-JP" altLang="en-US" dirty="0">
                <a:solidFill>
                  <a:srgbClr val="FF0000"/>
                </a:solidFill>
              </a:rPr>
              <a:t>を返送</a:t>
            </a:r>
          </a:p>
        </p:txBody>
      </p:sp>
      <p:pic>
        <p:nvPicPr>
          <p:cNvPr id="76" name="図 75">
            <a:extLst>
              <a:ext uri="{FF2B5EF4-FFF2-40B4-BE49-F238E27FC236}">
                <a16:creationId xmlns:a16="http://schemas.microsoft.com/office/drawing/2014/main" id="{88C989E3-B86D-4EB0-C4E2-4C6B118CB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6512" y="15734"/>
            <a:ext cx="3209246" cy="3025584"/>
          </a:xfrm>
          <a:prstGeom prst="rect">
            <a:avLst/>
          </a:prstGeom>
        </p:spPr>
      </p:pic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327888A1-EF05-9D35-48E8-46049E1EAC8B}"/>
              </a:ext>
            </a:extLst>
          </p:cNvPr>
          <p:cNvSpPr/>
          <p:nvPr/>
        </p:nvSpPr>
        <p:spPr>
          <a:xfrm flipH="1">
            <a:off x="3126949" y="5055050"/>
            <a:ext cx="2091559" cy="269077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00B050"/>
              </a:solidFill>
            </a:endParaRPr>
          </a:p>
        </p:txBody>
      </p:sp>
      <p:cxnSp>
        <p:nvCxnSpPr>
          <p:cNvPr id="80" name="直線矢印コネクタ 79">
            <a:extLst>
              <a:ext uri="{FF2B5EF4-FFF2-40B4-BE49-F238E27FC236}">
                <a16:creationId xmlns:a16="http://schemas.microsoft.com/office/drawing/2014/main" id="{09906815-5BE2-21D9-13C7-0493D74BC078}"/>
              </a:ext>
            </a:extLst>
          </p:cNvPr>
          <p:cNvCxnSpPr>
            <a:cxnSpLocks/>
          </p:cNvCxnSpPr>
          <p:nvPr/>
        </p:nvCxnSpPr>
        <p:spPr>
          <a:xfrm flipV="1">
            <a:off x="5286123" y="5078731"/>
            <a:ext cx="188752" cy="10713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993FD8A9-C951-FD43-6542-EFEBD2E22C9C}"/>
              </a:ext>
            </a:extLst>
          </p:cNvPr>
          <p:cNvSpPr txBox="1"/>
          <p:nvPr/>
        </p:nvSpPr>
        <p:spPr>
          <a:xfrm>
            <a:off x="5511578" y="4874281"/>
            <a:ext cx="3484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00B050"/>
                </a:solidFill>
              </a:rPr>
              <a:t>SID$11</a:t>
            </a:r>
            <a:r>
              <a:rPr lang="ja-JP" altLang="en-US" dirty="0">
                <a:solidFill>
                  <a:srgbClr val="00B050"/>
                </a:solidFill>
              </a:rPr>
              <a:t>によって</a:t>
            </a:r>
            <a:r>
              <a:rPr lang="en-US" altLang="ja-JP" dirty="0">
                <a:solidFill>
                  <a:srgbClr val="00B050"/>
                </a:solidFill>
              </a:rPr>
              <a:t>ECU</a:t>
            </a:r>
            <a:r>
              <a:rPr lang="ja-JP" altLang="en-US" dirty="0">
                <a:solidFill>
                  <a:srgbClr val="00B050"/>
                </a:solidFill>
              </a:rPr>
              <a:t>をリセット</a:t>
            </a:r>
            <a:endParaRPr kumimoji="1" lang="ja-JP" altLang="en-US" dirty="0">
              <a:solidFill>
                <a:srgbClr val="00B050"/>
              </a:solidFill>
            </a:endParaRPr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E4C93547-E024-1DAE-E379-A50A078ABBB9}"/>
              </a:ext>
            </a:extLst>
          </p:cNvPr>
          <p:cNvSpPr/>
          <p:nvPr/>
        </p:nvSpPr>
        <p:spPr>
          <a:xfrm flipH="1">
            <a:off x="3106093" y="5380707"/>
            <a:ext cx="2091559" cy="269077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00B050"/>
              </a:solidFill>
            </a:endParaRP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A14039A1-3F61-43D9-436D-651F7F20FFFA}"/>
              </a:ext>
            </a:extLst>
          </p:cNvPr>
          <p:cNvSpPr txBox="1"/>
          <p:nvPr/>
        </p:nvSpPr>
        <p:spPr>
          <a:xfrm>
            <a:off x="65452" y="5240533"/>
            <a:ext cx="3484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00B050"/>
                </a:solidFill>
              </a:rPr>
              <a:t>SID$10</a:t>
            </a:r>
            <a:r>
              <a:rPr lang="ja-JP" altLang="en-US" dirty="0">
                <a:solidFill>
                  <a:srgbClr val="00B050"/>
                </a:solidFill>
              </a:rPr>
              <a:t>でセッションを遷移</a:t>
            </a:r>
            <a:endParaRPr kumimoji="1" lang="ja-JP" altLang="en-US" dirty="0">
              <a:solidFill>
                <a:srgbClr val="00B050"/>
              </a:solidFill>
            </a:endParaRPr>
          </a:p>
        </p:txBody>
      </p: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59AC2313-33CC-E2C1-D8B7-563BC659036C}"/>
              </a:ext>
            </a:extLst>
          </p:cNvPr>
          <p:cNvCxnSpPr/>
          <p:nvPr/>
        </p:nvCxnSpPr>
        <p:spPr>
          <a:xfrm flipH="1" flipV="1">
            <a:off x="2915692" y="5393455"/>
            <a:ext cx="376148" cy="15059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テキスト ボックス 85">
            <a:hlinkClick r:id="rId4" action="ppaction://hlinksldjump"/>
            <a:extLst>
              <a:ext uri="{FF2B5EF4-FFF2-40B4-BE49-F238E27FC236}">
                <a16:creationId xmlns:a16="http://schemas.microsoft.com/office/drawing/2014/main" id="{C53BA3AE-6638-4358-FEFF-2348074C69A1}"/>
              </a:ext>
            </a:extLst>
          </p:cNvPr>
          <p:cNvSpPr txBox="1"/>
          <p:nvPr/>
        </p:nvSpPr>
        <p:spPr>
          <a:xfrm>
            <a:off x="10402850" y="310784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全体図に戻る</a:t>
            </a:r>
          </a:p>
        </p:txBody>
      </p:sp>
    </p:spTree>
    <p:extLst>
      <p:ext uri="{BB962C8B-B14F-4D97-AF65-F5344CB8AC3E}">
        <p14:creationId xmlns:p14="http://schemas.microsoft.com/office/powerpoint/2010/main" val="2536476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>
            <a:extLst>
              <a:ext uri="{FF2B5EF4-FFF2-40B4-BE49-F238E27FC236}">
                <a16:creationId xmlns:a16="http://schemas.microsoft.com/office/drawing/2014/main" id="{3094EA0A-D4B3-3953-34ED-4A4589D6255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86" r="8786"/>
          <a:stretch/>
        </p:blipFill>
        <p:spPr>
          <a:xfrm>
            <a:off x="257941" y="1464545"/>
            <a:ext cx="8480630" cy="5377722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E36CB6AA-BFC8-A52C-6A53-B3B0CE22F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733"/>
            <a:ext cx="10515600" cy="112841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 b="1" dirty="0"/>
              <a:t>SID$27</a:t>
            </a:r>
            <a:r>
              <a:rPr lang="ja-JP" altLang="en-US" b="1" dirty="0"/>
              <a:t>の実装</a:t>
            </a:r>
            <a:r>
              <a:rPr lang="en-US" altLang="ja-JP" b="1" dirty="0"/>
              <a:t>-Part4</a:t>
            </a:r>
            <a:endParaRPr lang="ja-JP" altLang="en-US" b="1" dirty="0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6389140-D280-9455-2956-2B064070EBBD}"/>
              </a:ext>
            </a:extLst>
          </p:cNvPr>
          <p:cNvSpPr/>
          <p:nvPr/>
        </p:nvSpPr>
        <p:spPr>
          <a:xfrm flipH="1">
            <a:off x="3153101" y="5240854"/>
            <a:ext cx="2641852" cy="23402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2C079F7-A789-80DD-AC29-1CB7C76AA0D9}"/>
              </a:ext>
            </a:extLst>
          </p:cNvPr>
          <p:cNvSpPr txBox="1"/>
          <p:nvPr/>
        </p:nvSpPr>
        <p:spPr>
          <a:xfrm>
            <a:off x="598685" y="4432953"/>
            <a:ext cx="5698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</a:rPr>
              <a:t>[11]”27 07”</a:t>
            </a:r>
            <a:r>
              <a:rPr lang="ja-JP" altLang="en-US" dirty="0">
                <a:solidFill>
                  <a:srgbClr val="FF0000"/>
                </a:solidFill>
              </a:rPr>
              <a:t>は</a:t>
            </a:r>
            <a:r>
              <a:rPr lang="en-US" altLang="ja-JP" dirty="0" err="1">
                <a:solidFill>
                  <a:srgbClr val="FF0000"/>
                </a:solidFill>
              </a:rPr>
              <a:t>TypeV</a:t>
            </a:r>
            <a:r>
              <a:rPr lang="ja-JP" altLang="en-US" dirty="0">
                <a:solidFill>
                  <a:srgbClr val="FF0000"/>
                </a:solidFill>
              </a:rPr>
              <a:t>の</a:t>
            </a:r>
            <a:r>
              <a:rPr lang="en-US" altLang="ja-JP" dirty="0">
                <a:solidFill>
                  <a:srgbClr val="FF0000"/>
                </a:solidFill>
              </a:rPr>
              <a:t>seed</a:t>
            </a:r>
            <a:r>
              <a:rPr lang="ja-JP" altLang="en-US" dirty="0">
                <a:solidFill>
                  <a:srgbClr val="FF0000"/>
                </a:solidFill>
              </a:rPr>
              <a:t>を要求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lang="en-US" altLang="ja-JP" dirty="0">
                <a:solidFill>
                  <a:srgbClr val="FF0000"/>
                </a:solidFill>
              </a:rPr>
              <a:t>ECU</a:t>
            </a:r>
            <a:r>
              <a:rPr lang="ja-JP" altLang="en-US" dirty="0">
                <a:solidFill>
                  <a:srgbClr val="FF0000"/>
                </a:solidFill>
              </a:rPr>
              <a:t>は</a:t>
            </a:r>
            <a:r>
              <a:rPr lang="en-US" altLang="ja-JP" dirty="0">
                <a:solidFill>
                  <a:srgbClr val="FF0000"/>
                </a:solidFill>
              </a:rPr>
              <a:t>”67 07”</a:t>
            </a:r>
            <a:r>
              <a:rPr lang="ja-JP" altLang="en-US" dirty="0">
                <a:solidFill>
                  <a:srgbClr val="FF0000"/>
                </a:solidFill>
              </a:rPr>
              <a:t>と</a:t>
            </a:r>
            <a:r>
              <a:rPr lang="en-US" altLang="ja-JP" dirty="0">
                <a:solidFill>
                  <a:srgbClr val="FF0000"/>
                </a:solidFill>
              </a:rPr>
              <a:t>RN2(2</a:t>
            </a:r>
            <a:r>
              <a:rPr lang="ja-JP" altLang="en-US" dirty="0">
                <a:solidFill>
                  <a:srgbClr val="FF0000"/>
                </a:solidFill>
              </a:rPr>
              <a:t>バイト</a:t>
            </a:r>
            <a:r>
              <a:rPr lang="en-US" altLang="ja-JP" dirty="0">
                <a:solidFill>
                  <a:srgbClr val="FF0000"/>
                </a:solidFill>
              </a:rPr>
              <a:t>)</a:t>
            </a:r>
            <a:r>
              <a:rPr lang="ja-JP" altLang="en-US" dirty="0">
                <a:solidFill>
                  <a:srgbClr val="FF0000"/>
                </a:solidFill>
              </a:rPr>
              <a:t>と</a:t>
            </a:r>
            <a:r>
              <a:rPr lang="en-US" altLang="ja-JP" dirty="0">
                <a:solidFill>
                  <a:srgbClr val="FF0000"/>
                </a:solidFill>
              </a:rPr>
              <a:t>SC2(2</a:t>
            </a:r>
            <a:r>
              <a:rPr lang="ja-JP" altLang="en-US" dirty="0">
                <a:solidFill>
                  <a:srgbClr val="FF0000"/>
                </a:solidFill>
              </a:rPr>
              <a:t>バイト</a:t>
            </a:r>
            <a:r>
              <a:rPr lang="en-US" altLang="ja-JP" dirty="0">
                <a:solidFill>
                  <a:srgbClr val="FF0000"/>
                </a:solidFill>
              </a:rPr>
              <a:t>)</a:t>
            </a:r>
            <a:r>
              <a:rPr lang="ja-JP" altLang="en-US" dirty="0">
                <a:solidFill>
                  <a:srgbClr val="FF0000"/>
                </a:solidFill>
              </a:rPr>
              <a:t>を返送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FB6E432E-6AE4-2F5C-A372-4D3EB9907FE3}"/>
              </a:ext>
            </a:extLst>
          </p:cNvPr>
          <p:cNvCxnSpPr>
            <a:cxnSpLocks/>
          </p:cNvCxnSpPr>
          <p:nvPr/>
        </p:nvCxnSpPr>
        <p:spPr>
          <a:xfrm flipH="1" flipV="1">
            <a:off x="2280617" y="5035362"/>
            <a:ext cx="770021" cy="2054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FCAC75E-8CA5-5D89-0F57-787435853E46}"/>
              </a:ext>
            </a:extLst>
          </p:cNvPr>
          <p:cNvSpPr txBox="1"/>
          <p:nvPr/>
        </p:nvSpPr>
        <p:spPr>
          <a:xfrm>
            <a:off x="257941" y="1017601"/>
            <a:ext cx="50257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Part4</a:t>
            </a:r>
            <a:r>
              <a:rPr lang="ja-JP" altLang="en-US" dirty="0"/>
              <a:t>に対応するレスポンスは</a:t>
            </a:r>
            <a:r>
              <a:rPr lang="en-US" altLang="ja-JP" dirty="0"/>
              <a:t>[10]~[12]</a:t>
            </a:r>
            <a:r>
              <a:rPr lang="ja-JP" altLang="en-US" dirty="0"/>
              <a:t>で確認</a:t>
            </a:r>
            <a:endParaRPr lang="en-US" altLang="ja-JP" dirty="0"/>
          </a:p>
          <a:p>
            <a:r>
              <a:rPr lang="en-US" altLang="ja-JP" dirty="0"/>
              <a:t>* </a:t>
            </a:r>
            <a:r>
              <a:rPr lang="en-US" altLang="ja-JP" dirty="0" err="1"/>
              <a:t>TypeIV</a:t>
            </a:r>
            <a:r>
              <a:rPr lang="ja-JP" altLang="en-US" dirty="0"/>
              <a:t>に関する</a:t>
            </a:r>
            <a:r>
              <a:rPr lang="en-US" altLang="ja-JP" dirty="0"/>
              <a:t>[10]</a:t>
            </a:r>
            <a:r>
              <a:rPr lang="ja-JP" altLang="en-US" dirty="0"/>
              <a:t>は省略</a:t>
            </a:r>
            <a:endParaRPr lang="en-US" altLang="ja-JP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801360B8-3AE2-5B66-ED96-751203774B8B}"/>
              </a:ext>
            </a:extLst>
          </p:cNvPr>
          <p:cNvSpPr/>
          <p:nvPr/>
        </p:nvSpPr>
        <p:spPr>
          <a:xfrm flipH="1">
            <a:off x="3090052" y="5537200"/>
            <a:ext cx="2704902" cy="49573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826C1263-C4F4-6DDE-FE8F-E47B3C4CC574}"/>
              </a:ext>
            </a:extLst>
          </p:cNvPr>
          <p:cNvCxnSpPr>
            <a:cxnSpLocks/>
          </p:cNvCxnSpPr>
          <p:nvPr/>
        </p:nvCxnSpPr>
        <p:spPr>
          <a:xfrm flipV="1">
            <a:off x="5732810" y="5629738"/>
            <a:ext cx="773091" cy="1693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FA04911B-F1A5-D20F-CF0C-27A07E326722}"/>
              </a:ext>
            </a:extLst>
          </p:cNvPr>
          <p:cNvSpPr txBox="1"/>
          <p:nvPr/>
        </p:nvSpPr>
        <p:spPr>
          <a:xfrm>
            <a:off x="6545610" y="5474879"/>
            <a:ext cx="44724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</a:rPr>
              <a:t>[12] ”27 31”</a:t>
            </a:r>
            <a:r>
              <a:rPr lang="ja-JP" altLang="en-US" dirty="0">
                <a:solidFill>
                  <a:srgbClr val="FF0000"/>
                </a:solidFill>
              </a:rPr>
              <a:t>は</a:t>
            </a:r>
            <a:r>
              <a:rPr lang="en-US" altLang="ja-JP" dirty="0" err="1">
                <a:solidFill>
                  <a:srgbClr val="FF0000"/>
                </a:solidFill>
              </a:rPr>
              <a:t>TypeX</a:t>
            </a:r>
            <a:r>
              <a:rPr lang="ja-JP" altLang="en-US" dirty="0">
                <a:solidFill>
                  <a:srgbClr val="FF0000"/>
                </a:solidFill>
              </a:rPr>
              <a:t>の</a:t>
            </a:r>
            <a:r>
              <a:rPr lang="en-US" altLang="ja-JP" dirty="0">
                <a:solidFill>
                  <a:srgbClr val="FF0000"/>
                </a:solidFill>
              </a:rPr>
              <a:t>seed</a:t>
            </a:r>
            <a:r>
              <a:rPr lang="ja-JP" altLang="en-US" dirty="0">
                <a:solidFill>
                  <a:srgbClr val="FF0000"/>
                </a:solidFill>
              </a:rPr>
              <a:t>を要求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lang="en-US" altLang="ja-JP" dirty="0">
                <a:solidFill>
                  <a:srgbClr val="FF0000"/>
                </a:solidFill>
              </a:rPr>
              <a:t>ECU</a:t>
            </a:r>
            <a:r>
              <a:rPr lang="ja-JP" altLang="en-US" dirty="0">
                <a:solidFill>
                  <a:srgbClr val="FF0000"/>
                </a:solidFill>
              </a:rPr>
              <a:t>は</a:t>
            </a:r>
            <a:r>
              <a:rPr lang="en-US" altLang="ja-JP" dirty="0">
                <a:solidFill>
                  <a:srgbClr val="FF0000"/>
                </a:solidFill>
              </a:rPr>
              <a:t>”67 31” </a:t>
            </a:r>
            <a:r>
              <a:rPr lang="en-US" altLang="ja-JP" dirty="0" err="1">
                <a:solidFill>
                  <a:srgbClr val="FF0000"/>
                </a:solidFill>
              </a:rPr>
              <a:t>securitySeeed</a:t>
            </a:r>
            <a:r>
              <a:rPr lang="en-US" altLang="ja-JP" dirty="0">
                <a:solidFill>
                  <a:srgbClr val="FF0000"/>
                </a:solidFill>
              </a:rPr>
              <a:t>(2</a:t>
            </a:r>
            <a:r>
              <a:rPr lang="ja-JP" altLang="en-US" dirty="0">
                <a:solidFill>
                  <a:srgbClr val="FF0000"/>
                </a:solidFill>
              </a:rPr>
              <a:t>バイト</a:t>
            </a:r>
            <a:r>
              <a:rPr lang="en-US" altLang="ja-JP" dirty="0">
                <a:solidFill>
                  <a:srgbClr val="FF0000"/>
                </a:solidFill>
              </a:rPr>
              <a:t>)</a:t>
            </a:r>
            <a:r>
              <a:rPr lang="ja-JP" altLang="en-US" dirty="0">
                <a:solidFill>
                  <a:srgbClr val="FF0000"/>
                </a:solidFill>
              </a:rPr>
              <a:t>と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lang="en-US" altLang="ja-JP" dirty="0" err="1">
                <a:solidFill>
                  <a:srgbClr val="FF0000"/>
                </a:solidFill>
              </a:rPr>
              <a:t>securityCode</a:t>
            </a:r>
            <a:r>
              <a:rPr lang="en-US" altLang="ja-JP" dirty="0">
                <a:solidFill>
                  <a:srgbClr val="FF0000"/>
                </a:solidFill>
              </a:rPr>
              <a:t> (2</a:t>
            </a:r>
            <a:r>
              <a:rPr lang="ja-JP" altLang="en-US" dirty="0">
                <a:solidFill>
                  <a:srgbClr val="FF0000"/>
                </a:solidFill>
              </a:rPr>
              <a:t>バイト</a:t>
            </a:r>
            <a:r>
              <a:rPr lang="en-US" altLang="ja-JP" dirty="0">
                <a:solidFill>
                  <a:srgbClr val="FF0000"/>
                </a:solidFill>
              </a:rPr>
              <a:t>)</a:t>
            </a:r>
            <a:r>
              <a:rPr lang="ja-JP" altLang="en-US" dirty="0">
                <a:solidFill>
                  <a:srgbClr val="FF0000"/>
                </a:solidFill>
              </a:rPr>
              <a:t>を返送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pic>
        <p:nvPicPr>
          <p:cNvPr id="76" name="図 75">
            <a:extLst>
              <a:ext uri="{FF2B5EF4-FFF2-40B4-BE49-F238E27FC236}">
                <a16:creationId xmlns:a16="http://schemas.microsoft.com/office/drawing/2014/main" id="{88C989E3-B86D-4EB0-C4E2-4C6B118CBF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96512" y="115198"/>
            <a:ext cx="3209246" cy="2826656"/>
          </a:xfrm>
          <a:prstGeom prst="rect">
            <a:avLst/>
          </a:prstGeom>
        </p:spPr>
      </p:pic>
      <p:sp>
        <p:nvSpPr>
          <p:cNvPr id="4" name="テキスト ボックス 3">
            <a:hlinkClick r:id="rId4" action="ppaction://hlinksldjump"/>
            <a:extLst>
              <a:ext uri="{FF2B5EF4-FFF2-40B4-BE49-F238E27FC236}">
                <a16:creationId xmlns:a16="http://schemas.microsoft.com/office/drawing/2014/main" id="{8A316287-6EC6-20AA-4A02-EC2166CAC70F}"/>
              </a:ext>
            </a:extLst>
          </p:cNvPr>
          <p:cNvSpPr txBox="1"/>
          <p:nvPr/>
        </p:nvSpPr>
        <p:spPr>
          <a:xfrm>
            <a:off x="10402850" y="2981721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全体図に戻る</a:t>
            </a:r>
          </a:p>
        </p:txBody>
      </p:sp>
    </p:spTree>
    <p:extLst>
      <p:ext uri="{BB962C8B-B14F-4D97-AF65-F5344CB8AC3E}">
        <p14:creationId xmlns:p14="http://schemas.microsoft.com/office/powerpoint/2010/main" val="492906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>
            <a:extLst>
              <a:ext uri="{FF2B5EF4-FFF2-40B4-BE49-F238E27FC236}">
                <a16:creationId xmlns:a16="http://schemas.microsoft.com/office/drawing/2014/main" id="{3094EA0A-D4B3-3953-34ED-4A4589D6255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65" r="8665"/>
          <a:stretch/>
        </p:blipFill>
        <p:spPr>
          <a:xfrm>
            <a:off x="257941" y="1464545"/>
            <a:ext cx="8480630" cy="5377722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E36CB6AA-BFC8-A52C-6A53-B3B0CE22F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733"/>
            <a:ext cx="10515600" cy="112841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 b="1" dirty="0"/>
              <a:t>SID$27</a:t>
            </a:r>
            <a:r>
              <a:rPr lang="ja-JP" altLang="en-US" b="1" dirty="0"/>
              <a:t>の実装</a:t>
            </a:r>
            <a:r>
              <a:rPr lang="en-US" altLang="ja-JP" b="1" dirty="0"/>
              <a:t>-Part6</a:t>
            </a:r>
            <a:endParaRPr lang="ja-JP" altLang="en-US" b="1" dirty="0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6389140-D280-9455-2956-2B064070EBBD}"/>
              </a:ext>
            </a:extLst>
          </p:cNvPr>
          <p:cNvSpPr/>
          <p:nvPr/>
        </p:nvSpPr>
        <p:spPr>
          <a:xfrm flipH="1">
            <a:off x="3177330" y="3429001"/>
            <a:ext cx="2641852" cy="28115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2C079F7-A789-80DD-AC29-1CB7C76AA0D9}"/>
              </a:ext>
            </a:extLst>
          </p:cNvPr>
          <p:cNvSpPr txBox="1"/>
          <p:nvPr/>
        </p:nvSpPr>
        <p:spPr>
          <a:xfrm>
            <a:off x="567154" y="2428058"/>
            <a:ext cx="32576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</a:rPr>
              <a:t>[11]”27 08”</a:t>
            </a:r>
            <a:r>
              <a:rPr lang="ja-JP" altLang="en-US" dirty="0">
                <a:solidFill>
                  <a:srgbClr val="FF0000"/>
                </a:solidFill>
              </a:rPr>
              <a:t>を発送し、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lang="en-US" altLang="ja-JP" dirty="0">
                <a:solidFill>
                  <a:srgbClr val="FF0000"/>
                </a:solidFill>
              </a:rPr>
              <a:t>Seed</a:t>
            </a:r>
            <a:r>
              <a:rPr lang="ja-JP" altLang="en-US" dirty="0">
                <a:solidFill>
                  <a:srgbClr val="FF0000"/>
                </a:solidFill>
              </a:rPr>
              <a:t>値返送が未実行のため、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lang="en-US" altLang="ja-JP" dirty="0">
                <a:solidFill>
                  <a:srgbClr val="FF0000"/>
                </a:solidFill>
              </a:rPr>
              <a:t>“7F 27 24”</a:t>
            </a:r>
            <a:r>
              <a:rPr lang="ja-JP" altLang="en-US" dirty="0">
                <a:solidFill>
                  <a:srgbClr val="FF0000"/>
                </a:solidFill>
              </a:rPr>
              <a:t>を返送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FB6E432E-6AE4-2F5C-A372-4D3EB9907FE3}"/>
              </a:ext>
            </a:extLst>
          </p:cNvPr>
          <p:cNvCxnSpPr>
            <a:cxnSpLocks/>
          </p:cNvCxnSpPr>
          <p:nvPr/>
        </p:nvCxnSpPr>
        <p:spPr>
          <a:xfrm flipH="1" flipV="1">
            <a:off x="2705041" y="3108605"/>
            <a:ext cx="770021" cy="2054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FCAC75E-8CA5-5D89-0F57-787435853E46}"/>
              </a:ext>
            </a:extLst>
          </p:cNvPr>
          <p:cNvSpPr txBox="1"/>
          <p:nvPr/>
        </p:nvSpPr>
        <p:spPr>
          <a:xfrm>
            <a:off x="257941" y="1017601"/>
            <a:ext cx="5025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Part6</a:t>
            </a:r>
            <a:r>
              <a:rPr lang="ja-JP" altLang="en-US" dirty="0"/>
              <a:t>に対応するレスポンスは</a:t>
            </a:r>
            <a:r>
              <a:rPr lang="en-US" altLang="ja-JP" dirty="0"/>
              <a:t>[16]~[17]</a:t>
            </a:r>
            <a:r>
              <a:rPr lang="ja-JP" altLang="en-US" dirty="0"/>
              <a:t>で確認</a:t>
            </a:r>
            <a:endParaRPr lang="en-US" altLang="ja-JP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801360B8-3AE2-5B66-ED96-751203774B8B}"/>
              </a:ext>
            </a:extLst>
          </p:cNvPr>
          <p:cNvSpPr/>
          <p:nvPr/>
        </p:nvSpPr>
        <p:spPr>
          <a:xfrm flipH="1">
            <a:off x="3177330" y="4100873"/>
            <a:ext cx="2704902" cy="31268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826C1263-C4F4-6DDE-FE8F-E47B3C4CC574}"/>
              </a:ext>
            </a:extLst>
          </p:cNvPr>
          <p:cNvCxnSpPr>
            <a:cxnSpLocks/>
          </p:cNvCxnSpPr>
          <p:nvPr/>
        </p:nvCxnSpPr>
        <p:spPr>
          <a:xfrm>
            <a:off x="5665076" y="4413556"/>
            <a:ext cx="557048" cy="1794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FA04911B-F1A5-D20F-CF0C-27A07E326722}"/>
              </a:ext>
            </a:extLst>
          </p:cNvPr>
          <p:cNvSpPr txBox="1"/>
          <p:nvPr/>
        </p:nvSpPr>
        <p:spPr>
          <a:xfrm>
            <a:off x="6222125" y="4531607"/>
            <a:ext cx="59698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</a:rPr>
              <a:t>[12]</a:t>
            </a:r>
            <a:r>
              <a:rPr lang="ja-JP" altLang="en-US" dirty="0">
                <a:solidFill>
                  <a:srgbClr val="FF0000"/>
                </a:solidFill>
              </a:rPr>
              <a:t>リクエスト・メッセージの長さは一致ではないため、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kumimoji="1" lang="en-US" altLang="ja-JP" dirty="0">
                <a:solidFill>
                  <a:srgbClr val="FF0000"/>
                </a:solidFill>
              </a:rPr>
              <a:t>“7F 27 13”</a:t>
            </a:r>
            <a:r>
              <a:rPr kumimoji="1" lang="ja-JP" altLang="en-US" dirty="0">
                <a:solidFill>
                  <a:srgbClr val="FF0000"/>
                </a:solidFill>
              </a:rPr>
              <a:t>を返送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4E7968E-1A89-6A30-9877-2D26318E2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4543" y="15733"/>
            <a:ext cx="3487457" cy="3991061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9C85400-261F-95F7-27B5-D5D922B8B87F}"/>
              </a:ext>
            </a:extLst>
          </p:cNvPr>
          <p:cNvSpPr/>
          <p:nvPr/>
        </p:nvSpPr>
        <p:spPr>
          <a:xfrm flipH="1">
            <a:off x="3177330" y="3742515"/>
            <a:ext cx="2704902" cy="312683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00B050"/>
              </a:solidFill>
            </a:endParaRP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086DCA1C-C586-89F4-A7B3-1854E7A79C54}"/>
              </a:ext>
            </a:extLst>
          </p:cNvPr>
          <p:cNvCxnSpPr/>
          <p:nvPr/>
        </p:nvCxnSpPr>
        <p:spPr>
          <a:xfrm flipV="1">
            <a:off x="5665076" y="3742515"/>
            <a:ext cx="493986" cy="177844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2D137EE-5BCB-0A65-FCE9-F7AEEB28B3B0}"/>
              </a:ext>
            </a:extLst>
          </p:cNvPr>
          <p:cNvSpPr txBox="1"/>
          <p:nvPr/>
        </p:nvSpPr>
        <p:spPr>
          <a:xfrm>
            <a:off x="6096000" y="3503085"/>
            <a:ext cx="3993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00B050"/>
                </a:solidFill>
              </a:rPr>
              <a:t>“27 07”</a:t>
            </a:r>
            <a:r>
              <a:rPr lang="ja-JP" altLang="en-US" dirty="0">
                <a:solidFill>
                  <a:srgbClr val="00B050"/>
                </a:solidFill>
              </a:rPr>
              <a:t>で</a:t>
            </a:r>
            <a:r>
              <a:rPr lang="en-US" altLang="ja-JP" dirty="0">
                <a:solidFill>
                  <a:srgbClr val="00B050"/>
                </a:solidFill>
              </a:rPr>
              <a:t>Seed</a:t>
            </a:r>
            <a:r>
              <a:rPr lang="ja-JP" altLang="en-US" dirty="0">
                <a:solidFill>
                  <a:srgbClr val="00B050"/>
                </a:solidFill>
              </a:rPr>
              <a:t>値を返送</a:t>
            </a:r>
            <a:endParaRPr kumimoji="1" lang="ja-JP" altLang="en-US" dirty="0">
              <a:solidFill>
                <a:srgbClr val="00B050"/>
              </a:solidFill>
            </a:endParaRPr>
          </a:p>
        </p:txBody>
      </p:sp>
      <p:sp>
        <p:nvSpPr>
          <p:cNvPr id="12" name="テキスト ボックス 11">
            <a:hlinkClick r:id="rId4" action="ppaction://hlinksldjump"/>
            <a:extLst>
              <a:ext uri="{FF2B5EF4-FFF2-40B4-BE49-F238E27FC236}">
                <a16:creationId xmlns:a16="http://schemas.microsoft.com/office/drawing/2014/main" id="{E3A6AEC4-3E97-3772-58A7-2AC5818222D0}"/>
              </a:ext>
            </a:extLst>
          </p:cNvPr>
          <p:cNvSpPr txBox="1"/>
          <p:nvPr/>
        </p:nvSpPr>
        <p:spPr>
          <a:xfrm>
            <a:off x="10402850" y="405377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全体図に戻る</a:t>
            </a:r>
          </a:p>
        </p:txBody>
      </p:sp>
    </p:spTree>
    <p:extLst>
      <p:ext uri="{BB962C8B-B14F-4D97-AF65-F5344CB8AC3E}">
        <p14:creationId xmlns:p14="http://schemas.microsoft.com/office/powerpoint/2010/main" val="2361197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>
            <a:extLst>
              <a:ext uri="{FF2B5EF4-FFF2-40B4-BE49-F238E27FC236}">
                <a16:creationId xmlns:a16="http://schemas.microsoft.com/office/drawing/2014/main" id="{3094EA0A-D4B3-3953-34ED-4A4589D6255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6" r="8706"/>
          <a:stretch/>
        </p:blipFill>
        <p:spPr>
          <a:xfrm>
            <a:off x="257941" y="1464545"/>
            <a:ext cx="8480630" cy="5377722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E36CB6AA-BFC8-A52C-6A53-B3B0CE22F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733"/>
            <a:ext cx="10515600" cy="112841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 b="1" dirty="0"/>
              <a:t>SID$27</a:t>
            </a:r>
            <a:r>
              <a:rPr lang="ja-JP" altLang="en-US" b="1" dirty="0"/>
              <a:t>の実装</a:t>
            </a:r>
            <a:r>
              <a:rPr lang="en-US" altLang="ja-JP" b="1" dirty="0"/>
              <a:t>-Part7</a:t>
            </a:r>
            <a:endParaRPr lang="ja-JP" altLang="en-US" b="1" dirty="0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6389140-D280-9455-2956-2B064070EBBD}"/>
              </a:ext>
            </a:extLst>
          </p:cNvPr>
          <p:cNvSpPr/>
          <p:nvPr/>
        </p:nvSpPr>
        <p:spPr>
          <a:xfrm flipH="1">
            <a:off x="3177330" y="4079532"/>
            <a:ext cx="2641852" cy="28115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FCAC75E-8CA5-5D89-0F57-787435853E46}"/>
              </a:ext>
            </a:extLst>
          </p:cNvPr>
          <p:cNvSpPr txBox="1"/>
          <p:nvPr/>
        </p:nvSpPr>
        <p:spPr>
          <a:xfrm>
            <a:off x="257941" y="1017601"/>
            <a:ext cx="35221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Part7</a:t>
            </a:r>
            <a:r>
              <a:rPr lang="ja-JP" altLang="en-US" dirty="0"/>
              <a:t>の</a:t>
            </a:r>
            <a:r>
              <a:rPr lang="en-US" altLang="ja-JP" dirty="0"/>
              <a:t>[21]</a:t>
            </a:r>
            <a:r>
              <a:rPr lang="ja-JP" altLang="en-US" dirty="0"/>
              <a:t>を確認</a:t>
            </a:r>
            <a:endParaRPr lang="en-US" altLang="ja-JP" dirty="0"/>
          </a:p>
          <a:p>
            <a:r>
              <a:rPr lang="en-US" altLang="ja-JP" dirty="0"/>
              <a:t>*</a:t>
            </a:r>
            <a:r>
              <a:rPr lang="en-US" altLang="ja-JP" dirty="0" err="1"/>
              <a:t>TypeIV</a:t>
            </a:r>
            <a:r>
              <a:rPr lang="ja-JP" altLang="en-US" dirty="0"/>
              <a:t>に関する</a:t>
            </a:r>
            <a:r>
              <a:rPr lang="en-US" altLang="ja-JP" dirty="0"/>
              <a:t>[18][19]</a:t>
            </a:r>
            <a:r>
              <a:rPr lang="ja-JP" altLang="en-US" dirty="0"/>
              <a:t>は省略</a:t>
            </a:r>
            <a:endParaRPr lang="en-US" altLang="ja-JP" dirty="0"/>
          </a:p>
        </p:txBody>
      </p: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826C1263-C4F4-6DDE-FE8F-E47B3C4CC574}"/>
              </a:ext>
            </a:extLst>
          </p:cNvPr>
          <p:cNvCxnSpPr>
            <a:cxnSpLocks/>
          </p:cNvCxnSpPr>
          <p:nvPr/>
        </p:nvCxnSpPr>
        <p:spPr>
          <a:xfrm flipV="1">
            <a:off x="5708256" y="3950045"/>
            <a:ext cx="557048" cy="2784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FA04911B-F1A5-D20F-CF0C-27A07E326722}"/>
              </a:ext>
            </a:extLst>
          </p:cNvPr>
          <p:cNvSpPr txBox="1"/>
          <p:nvPr/>
        </p:nvSpPr>
        <p:spPr>
          <a:xfrm>
            <a:off x="6159062" y="3707262"/>
            <a:ext cx="59698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</a:rPr>
              <a:t>[21]</a:t>
            </a:r>
            <a:r>
              <a:rPr lang="ja-JP" altLang="en-US" dirty="0">
                <a:solidFill>
                  <a:srgbClr val="FF0000"/>
                </a:solidFill>
              </a:rPr>
              <a:t> </a:t>
            </a:r>
            <a:r>
              <a:rPr lang="en-US" altLang="ja-JP" dirty="0">
                <a:solidFill>
                  <a:srgbClr val="FF0000"/>
                </a:solidFill>
              </a:rPr>
              <a:t>Seed</a:t>
            </a:r>
            <a:r>
              <a:rPr lang="ja-JP" altLang="en-US" dirty="0">
                <a:solidFill>
                  <a:srgbClr val="FF0000"/>
                </a:solidFill>
              </a:rPr>
              <a:t>値で計算した</a:t>
            </a:r>
            <a:r>
              <a:rPr lang="en-US" altLang="ja-JP" dirty="0">
                <a:solidFill>
                  <a:srgbClr val="FF0000"/>
                </a:solidFill>
              </a:rPr>
              <a:t>Key(BF 5F)</a:t>
            </a:r>
            <a:r>
              <a:rPr lang="ja-JP" altLang="en-US" dirty="0">
                <a:solidFill>
                  <a:srgbClr val="FF0000"/>
                </a:solidFill>
              </a:rPr>
              <a:t>を発送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kumimoji="1" lang="en-US" altLang="ja-JP" dirty="0">
                <a:solidFill>
                  <a:srgbClr val="FF0000"/>
                </a:solidFill>
              </a:rPr>
              <a:t>ECU</a:t>
            </a:r>
            <a:r>
              <a:rPr kumimoji="1" lang="ja-JP" altLang="en-US" dirty="0">
                <a:solidFill>
                  <a:srgbClr val="FF0000"/>
                </a:solidFill>
              </a:rPr>
              <a:t>は</a:t>
            </a:r>
            <a:r>
              <a:rPr kumimoji="1" lang="en-US" altLang="ja-JP" dirty="0">
                <a:solidFill>
                  <a:srgbClr val="FF0000"/>
                </a:solidFill>
              </a:rPr>
              <a:t>“67 08 BF 5F 00 00”</a:t>
            </a:r>
            <a:r>
              <a:rPr kumimoji="1" lang="ja-JP" altLang="en-US" dirty="0">
                <a:solidFill>
                  <a:srgbClr val="FF0000"/>
                </a:solidFill>
              </a:rPr>
              <a:t>を返送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9C85400-261F-95F7-27B5-D5D922B8B87F}"/>
              </a:ext>
            </a:extLst>
          </p:cNvPr>
          <p:cNvSpPr/>
          <p:nvPr/>
        </p:nvSpPr>
        <p:spPr>
          <a:xfrm flipH="1">
            <a:off x="3177330" y="3408575"/>
            <a:ext cx="2704902" cy="312683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00B050"/>
              </a:solidFill>
            </a:endParaRP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086DCA1C-C586-89F4-A7B3-1854E7A79C54}"/>
              </a:ext>
            </a:extLst>
          </p:cNvPr>
          <p:cNvCxnSpPr/>
          <p:nvPr/>
        </p:nvCxnSpPr>
        <p:spPr>
          <a:xfrm flipV="1">
            <a:off x="5665076" y="3136124"/>
            <a:ext cx="493986" cy="177844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2D137EE-5BCB-0A65-FCE9-F7AEEB28B3B0}"/>
              </a:ext>
            </a:extLst>
          </p:cNvPr>
          <p:cNvSpPr txBox="1"/>
          <p:nvPr/>
        </p:nvSpPr>
        <p:spPr>
          <a:xfrm>
            <a:off x="6096000" y="2983319"/>
            <a:ext cx="39939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00B050"/>
                </a:solidFill>
              </a:rPr>
              <a:t>“27 07”</a:t>
            </a:r>
            <a:r>
              <a:rPr lang="ja-JP" altLang="en-US" dirty="0">
                <a:solidFill>
                  <a:srgbClr val="00B050"/>
                </a:solidFill>
              </a:rPr>
              <a:t>で</a:t>
            </a:r>
            <a:r>
              <a:rPr lang="en-US" altLang="ja-JP" dirty="0">
                <a:solidFill>
                  <a:srgbClr val="00B050"/>
                </a:solidFill>
              </a:rPr>
              <a:t>Seed</a:t>
            </a:r>
            <a:r>
              <a:rPr lang="ja-JP" altLang="en-US" dirty="0">
                <a:solidFill>
                  <a:srgbClr val="00B050"/>
                </a:solidFill>
              </a:rPr>
              <a:t>値を返送</a:t>
            </a:r>
            <a:endParaRPr lang="en-US" altLang="ja-JP" dirty="0">
              <a:solidFill>
                <a:srgbClr val="00B050"/>
              </a:solidFill>
            </a:endParaRPr>
          </a:p>
          <a:p>
            <a:r>
              <a:rPr kumimoji="1" lang="en-US" altLang="ja-JP" dirty="0">
                <a:solidFill>
                  <a:srgbClr val="00B050"/>
                </a:solidFill>
              </a:rPr>
              <a:t>(Seed</a:t>
            </a:r>
            <a:r>
              <a:rPr kumimoji="1" lang="ja-JP" altLang="en-US" dirty="0">
                <a:solidFill>
                  <a:srgbClr val="00B050"/>
                </a:solidFill>
              </a:rPr>
              <a:t>値</a:t>
            </a:r>
            <a:r>
              <a:rPr kumimoji="1" lang="en-US" altLang="ja-JP" dirty="0">
                <a:solidFill>
                  <a:srgbClr val="00B050"/>
                </a:solidFill>
              </a:rPr>
              <a:t>: </a:t>
            </a:r>
            <a:r>
              <a:rPr lang="en-US" altLang="ja-JP" dirty="0">
                <a:solidFill>
                  <a:srgbClr val="00B050"/>
                </a:solidFill>
              </a:rPr>
              <a:t>1F EF</a:t>
            </a:r>
            <a:r>
              <a:rPr kumimoji="1" lang="en-US" altLang="ja-JP" dirty="0">
                <a:solidFill>
                  <a:srgbClr val="00B050"/>
                </a:solidFill>
              </a:rPr>
              <a:t>)</a:t>
            </a:r>
            <a:endParaRPr kumimoji="1" lang="ja-JP" altLang="en-US" dirty="0">
              <a:solidFill>
                <a:srgbClr val="00B050"/>
              </a:solidFill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47282794-296C-C507-307B-17EC90060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2834" y="0"/>
            <a:ext cx="4559166" cy="1359586"/>
          </a:xfrm>
          <a:prstGeom prst="rect">
            <a:avLst/>
          </a:prstGeom>
        </p:spPr>
      </p:pic>
      <p:sp>
        <p:nvSpPr>
          <p:cNvPr id="13" name="テキスト ボックス 12">
            <a:hlinkClick r:id="rId4" action="ppaction://hlinksldjump"/>
            <a:extLst>
              <a:ext uri="{FF2B5EF4-FFF2-40B4-BE49-F238E27FC236}">
                <a16:creationId xmlns:a16="http://schemas.microsoft.com/office/drawing/2014/main" id="{8A8BA380-213C-6A11-3888-FC739D2DF31D}"/>
              </a:ext>
            </a:extLst>
          </p:cNvPr>
          <p:cNvSpPr txBox="1"/>
          <p:nvPr/>
        </p:nvSpPr>
        <p:spPr>
          <a:xfrm>
            <a:off x="10402850" y="146823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全体図に戻る</a:t>
            </a:r>
          </a:p>
        </p:txBody>
      </p:sp>
    </p:spTree>
    <p:extLst>
      <p:ext uri="{BB962C8B-B14F-4D97-AF65-F5344CB8AC3E}">
        <p14:creationId xmlns:p14="http://schemas.microsoft.com/office/powerpoint/2010/main" val="2201013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>
            <a:extLst>
              <a:ext uri="{FF2B5EF4-FFF2-40B4-BE49-F238E27FC236}">
                <a16:creationId xmlns:a16="http://schemas.microsoft.com/office/drawing/2014/main" id="{3094EA0A-D4B3-3953-34ED-4A4589D6255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23" r="8623"/>
          <a:stretch/>
        </p:blipFill>
        <p:spPr>
          <a:xfrm>
            <a:off x="257941" y="1464545"/>
            <a:ext cx="8480630" cy="5377722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E36CB6AA-BFC8-A52C-6A53-B3B0CE22F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733"/>
            <a:ext cx="10515600" cy="112841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 b="1" dirty="0"/>
              <a:t>SID$27</a:t>
            </a:r>
            <a:r>
              <a:rPr lang="ja-JP" altLang="en-US" b="1" dirty="0"/>
              <a:t>の実装</a:t>
            </a:r>
            <a:r>
              <a:rPr lang="en-US" altLang="ja-JP" b="1" dirty="0"/>
              <a:t>-Part3</a:t>
            </a:r>
            <a:endParaRPr lang="ja-JP" altLang="en-US" b="1" dirty="0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6389140-D280-9455-2956-2B064070EBBD}"/>
              </a:ext>
            </a:extLst>
          </p:cNvPr>
          <p:cNvSpPr/>
          <p:nvPr/>
        </p:nvSpPr>
        <p:spPr>
          <a:xfrm flipH="1">
            <a:off x="3177330" y="4706917"/>
            <a:ext cx="2641852" cy="28115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FCAC75E-8CA5-5D89-0F57-787435853E46}"/>
              </a:ext>
            </a:extLst>
          </p:cNvPr>
          <p:cNvSpPr txBox="1"/>
          <p:nvPr/>
        </p:nvSpPr>
        <p:spPr>
          <a:xfrm>
            <a:off x="257941" y="1017601"/>
            <a:ext cx="47692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Part3</a:t>
            </a:r>
            <a:r>
              <a:rPr lang="ja-JP" altLang="en-US" dirty="0"/>
              <a:t>に対応するレスポンスは</a:t>
            </a:r>
            <a:r>
              <a:rPr lang="en-US" altLang="ja-JP" dirty="0"/>
              <a:t>[8]~[9]</a:t>
            </a:r>
            <a:r>
              <a:rPr lang="ja-JP" altLang="en-US" dirty="0"/>
              <a:t>で確認</a:t>
            </a:r>
            <a:endParaRPr lang="en-US" altLang="ja-JP" dirty="0"/>
          </a:p>
          <a:p>
            <a:r>
              <a:rPr lang="en-US" altLang="ja-JP" dirty="0"/>
              <a:t>*</a:t>
            </a:r>
            <a:r>
              <a:rPr lang="en-US" altLang="ja-JP" dirty="0" err="1"/>
              <a:t>TypeIV</a:t>
            </a:r>
            <a:r>
              <a:rPr lang="ja-JP" altLang="en-US" dirty="0"/>
              <a:t>に関する</a:t>
            </a:r>
            <a:r>
              <a:rPr lang="en-US" altLang="ja-JP" dirty="0"/>
              <a:t>[7]</a:t>
            </a:r>
            <a:r>
              <a:rPr lang="ja-JP" altLang="en-US" dirty="0"/>
              <a:t>は省略</a:t>
            </a:r>
            <a:endParaRPr lang="en-US" altLang="ja-JP" dirty="0"/>
          </a:p>
          <a:p>
            <a:endParaRPr lang="en-US" altLang="ja-JP" dirty="0"/>
          </a:p>
        </p:txBody>
      </p: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826C1263-C4F4-6DDE-FE8F-E47B3C4CC574}"/>
              </a:ext>
            </a:extLst>
          </p:cNvPr>
          <p:cNvCxnSpPr>
            <a:cxnSpLocks/>
          </p:cNvCxnSpPr>
          <p:nvPr/>
        </p:nvCxnSpPr>
        <p:spPr>
          <a:xfrm flipV="1">
            <a:off x="5627587" y="4463830"/>
            <a:ext cx="557048" cy="2784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FA04911B-F1A5-D20F-CF0C-27A07E326722}"/>
              </a:ext>
            </a:extLst>
          </p:cNvPr>
          <p:cNvSpPr txBox="1"/>
          <p:nvPr/>
        </p:nvSpPr>
        <p:spPr>
          <a:xfrm>
            <a:off x="6096000" y="4153406"/>
            <a:ext cx="59698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</a:rPr>
              <a:t>[8]</a:t>
            </a:r>
            <a:r>
              <a:rPr lang="ja-JP" altLang="en-US" dirty="0">
                <a:solidFill>
                  <a:srgbClr val="FF0000"/>
                </a:solidFill>
              </a:rPr>
              <a:t> </a:t>
            </a:r>
            <a:r>
              <a:rPr lang="en-US" altLang="ja-JP" dirty="0">
                <a:solidFill>
                  <a:srgbClr val="FF0000"/>
                </a:solidFill>
              </a:rPr>
              <a:t>“27 07”</a:t>
            </a:r>
            <a:r>
              <a:rPr lang="ja-JP" altLang="en-US" dirty="0">
                <a:solidFill>
                  <a:srgbClr val="FF0000"/>
                </a:solidFill>
              </a:rPr>
              <a:t>を発送し、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kumimoji="1" lang="en-US" altLang="ja-JP" dirty="0">
                <a:solidFill>
                  <a:srgbClr val="FF0000"/>
                </a:solidFill>
              </a:rPr>
              <a:t>“67 07 00 00 00 00”</a:t>
            </a:r>
            <a:r>
              <a:rPr kumimoji="1" lang="ja-JP" altLang="en-US" dirty="0">
                <a:solidFill>
                  <a:srgbClr val="FF0000"/>
                </a:solidFill>
              </a:rPr>
              <a:t>を返送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9C85400-261F-95F7-27B5-D5D922B8B87F}"/>
              </a:ext>
            </a:extLst>
          </p:cNvPr>
          <p:cNvSpPr/>
          <p:nvPr/>
        </p:nvSpPr>
        <p:spPr>
          <a:xfrm flipH="1">
            <a:off x="3177330" y="4078915"/>
            <a:ext cx="2704902" cy="312683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00B050"/>
              </a:solidFill>
            </a:endParaRP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086DCA1C-C586-89F4-A7B3-1854E7A79C54}"/>
              </a:ext>
            </a:extLst>
          </p:cNvPr>
          <p:cNvCxnSpPr>
            <a:cxnSpLocks/>
          </p:cNvCxnSpPr>
          <p:nvPr/>
        </p:nvCxnSpPr>
        <p:spPr>
          <a:xfrm flipH="1" flipV="1">
            <a:off x="2844800" y="3646026"/>
            <a:ext cx="550333" cy="35713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2D137EE-5BCB-0A65-FCE9-F7AEEB28B3B0}"/>
              </a:ext>
            </a:extLst>
          </p:cNvPr>
          <p:cNvSpPr txBox="1"/>
          <p:nvPr/>
        </p:nvSpPr>
        <p:spPr>
          <a:xfrm>
            <a:off x="645602" y="3385561"/>
            <a:ext cx="3993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dirty="0">
                <a:solidFill>
                  <a:srgbClr val="00B050"/>
                </a:solidFill>
              </a:rPr>
              <a:t>セキュリティ解除成功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43B4FAD-B7DD-2D33-439D-0293AD013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3743" y="0"/>
            <a:ext cx="3298257" cy="2270932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562B43A-B0ED-84AD-CFA4-BF15332786DD}"/>
              </a:ext>
            </a:extLst>
          </p:cNvPr>
          <p:cNvSpPr/>
          <p:nvPr/>
        </p:nvSpPr>
        <p:spPr>
          <a:xfrm flipH="1">
            <a:off x="3208855" y="5068899"/>
            <a:ext cx="2641852" cy="28115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7146FE1C-CB91-A249-5EDC-AA33E647B8A9}"/>
              </a:ext>
            </a:extLst>
          </p:cNvPr>
          <p:cNvCxnSpPr>
            <a:cxnSpLocks/>
          </p:cNvCxnSpPr>
          <p:nvPr/>
        </p:nvCxnSpPr>
        <p:spPr>
          <a:xfrm>
            <a:off x="5814842" y="5231156"/>
            <a:ext cx="559682" cy="2457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0998DDD-FDBD-B296-2564-B082DB60A2F0}"/>
              </a:ext>
            </a:extLst>
          </p:cNvPr>
          <p:cNvSpPr txBox="1"/>
          <p:nvPr/>
        </p:nvSpPr>
        <p:spPr>
          <a:xfrm>
            <a:off x="6336025" y="5203769"/>
            <a:ext cx="59698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</a:rPr>
              <a:t>[9]</a:t>
            </a:r>
            <a:r>
              <a:rPr lang="ja-JP" altLang="en-US" dirty="0">
                <a:solidFill>
                  <a:srgbClr val="FF0000"/>
                </a:solidFill>
              </a:rPr>
              <a:t> </a:t>
            </a:r>
            <a:r>
              <a:rPr lang="en-US" altLang="ja-JP" dirty="0">
                <a:solidFill>
                  <a:srgbClr val="FF0000"/>
                </a:solidFill>
              </a:rPr>
              <a:t>“27 31”</a:t>
            </a:r>
            <a:r>
              <a:rPr lang="ja-JP" altLang="en-US" dirty="0">
                <a:solidFill>
                  <a:srgbClr val="FF0000"/>
                </a:solidFill>
              </a:rPr>
              <a:t>を発送し、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kumimoji="1" lang="en-US" altLang="ja-JP" dirty="0">
                <a:solidFill>
                  <a:srgbClr val="FF0000"/>
                </a:solidFill>
              </a:rPr>
              <a:t>“67 32 00 00 00 00 00 00 00 00 00 00 00 00 00 00 00 00 00 00”</a:t>
            </a:r>
            <a:r>
              <a:rPr kumimoji="1" lang="ja-JP" altLang="en-US" dirty="0">
                <a:solidFill>
                  <a:srgbClr val="FF0000"/>
                </a:solidFill>
              </a:rPr>
              <a:t>を返送</a:t>
            </a:r>
          </a:p>
        </p:txBody>
      </p:sp>
      <p:sp>
        <p:nvSpPr>
          <p:cNvPr id="17" name="テキスト ボックス 16">
            <a:hlinkClick r:id="rId4" action="ppaction://hlinksldjump"/>
            <a:extLst>
              <a:ext uri="{FF2B5EF4-FFF2-40B4-BE49-F238E27FC236}">
                <a16:creationId xmlns:a16="http://schemas.microsoft.com/office/drawing/2014/main" id="{E74DA645-66D4-D204-C303-45A353C4190E}"/>
              </a:ext>
            </a:extLst>
          </p:cNvPr>
          <p:cNvSpPr txBox="1"/>
          <p:nvPr/>
        </p:nvSpPr>
        <p:spPr>
          <a:xfrm>
            <a:off x="10402850" y="231957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全体図に戻る</a:t>
            </a:r>
          </a:p>
        </p:txBody>
      </p:sp>
    </p:spTree>
    <p:extLst>
      <p:ext uri="{BB962C8B-B14F-4D97-AF65-F5344CB8AC3E}">
        <p14:creationId xmlns:p14="http://schemas.microsoft.com/office/powerpoint/2010/main" val="1423322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>
            <a:extLst>
              <a:ext uri="{FF2B5EF4-FFF2-40B4-BE49-F238E27FC236}">
                <a16:creationId xmlns:a16="http://schemas.microsoft.com/office/drawing/2014/main" id="{3094EA0A-D4B3-3953-34ED-4A4589D6255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65" r="8665"/>
          <a:stretch/>
        </p:blipFill>
        <p:spPr>
          <a:xfrm>
            <a:off x="257941" y="1475055"/>
            <a:ext cx="8480630" cy="5377722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E36CB6AA-BFC8-A52C-6A53-B3B0CE22F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733"/>
            <a:ext cx="10515600" cy="112841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 b="1" dirty="0"/>
              <a:t>SID$27</a:t>
            </a:r>
            <a:r>
              <a:rPr lang="ja-JP" altLang="en-US" b="1" dirty="0"/>
              <a:t>の実装</a:t>
            </a:r>
            <a:r>
              <a:rPr lang="en-US" altLang="ja-JP" b="1" dirty="0"/>
              <a:t>-Part5</a:t>
            </a:r>
            <a:endParaRPr lang="ja-JP" altLang="en-US" b="1" dirty="0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6389140-D280-9455-2956-2B064070EBBD}"/>
              </a:ext>
            </a:extLst>
          </p:cNvPr>
          <p:cNvSpPr/>
          <p:nvPr/>
        </p:nvSpPr>
        <p:spPr>
          <a:xfrm flipH="1">
            <a:off x="3270217" y="5367608"/>
            <a:ext cx="2641852" cy="28115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FCAC75E-8CA5-5D89-0F57-787435853E46}"/>
              </a:ext>
            </a:extLst>
          </p:cNvPr>
          <p:cNvSpPr txBox="1"/>
          <p:nvPr/>
        </p:nvSpPr>
        <p:spPr>
          <a:xfrm>
            <a:off x="257941" y="1017601"/>
            <a:ext cx="50257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Part5</a:t>
            </a:r>
            <a:r>
              <a:rPr lang="ja-JP" altLang="en-US" dirty="0"/>
              <a:t>に対応するレスポンスは</a:t>
            </a:r>
            <a:r>
              <a:rPr lang="en-US" altLang="ja-JP" dirty="0"/>
              <a:t>[14]~[15]</a:t>
            </a:r>
            <a:r>
              <a:rPr lang="ja-JP" altLang="en-US" dirty="0"/>
              <a:t>で確認</a:t>
            </a:r>
            <a:endParaRPr lang="en-US" altLang="ja-JP" dirty="0"/>
          </a:p>
          <a:p>
            <a:r>
              <a:rPr lang="en-US" altLang="ja-JP" dirty="0"/>
              <a:t>*</a:t>
            </a:r>
            <a:r>
              <a:rPr lang="en-US" altLang="ja-JP" dirty="0" err="1"/>
              <a:t>TypeIV</a:t>
            </a:r>
            <a:r>
              <a:rPr lang="ja-JP" altLang="en-US" dirty="0"/>
              <a:t>に関する</a:t>
            </a:r>
            <a:r>
              <a:rPr lang="en-US" altLang="ja-JP" dirty="0"/>
              <a:t>[13]</a:t>
            </a:r>
            <a:r>
              <a:rPr lang="ja-JP" altLang="en-US" dirty="0"/>
              <a:t>は省略</a:t>
            </a:r>
            <a:endParaRPr lang="en-US" altLang="ja-JP" dirty="0"/>
          </a:p>
          <a:p>
            <a:endParaRPr lang="en-US" altLang="ja-JP" dirty="0"/>
          </a:p>
        </p:txBody>
      </p: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826C1263-C4F4-6DDE-FE8F-E47B3C4CC574}"/>
              </a:ext>
            </a:extLst>
          </p:cNvPr>
          <p:cNvCxnSpPr>
            <a:cxnSpLocks/>
          </p:cNvCxnSpPr>
          <p:nvPr/>
        </p:nvCxnSpPr>
        <p:spPr>
          <a:xfrm flipH="1" flipV="1">
            <a:off x="2768695" y="5083068"/>
            <a:ext cx="647167" cy="4065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FA04911B-F1A5-D20F-CF0C-27A07E326722}"/>
              </a:ext>
            </a:extLst>
          </p:cNvPr>
          <p:cNvSpPr txBox="1"/>
          <p:nvPr/>
        </p:nvSpPr>
        <p:spPr>
          <a:xfrm>
            <a:off x="756745" y="4468364"/>
            <a:ext cx="59698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</a:rPr>
              <a:t>[14]</a:t>
            </a:r>
            <a:r>
              <a:rPr lang="ja-JP" altLang="en-US" dirty="0">
                <a:solidFill>
                  <a:srgbClr val="FF0000"/>
                </a:solidFill>
              </a:rPr>
              <a:t> </a:t>
            </a:r>
            <a:r>
              <a:rPr lang="en-US" altLang="ja-JP" dirty="0">
                <a:solidFill>
                  <a:srgbClr val="FF0000"/>
                </a:solidFill>
              </a:rPr>
              <a:t>“27 08”</a:t>
            </a:r>
            <a:r>
              <a:rPr lang="ja-JP" altLang="en-US" dirty="0">
                <a:solidFill>
                  <a:srgbClr val="FF0000"/>
                </a:solidFill>
              </a:rPr>
              <a:t>を発送し、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kumimoji="1" lang="en-US" altLang="ja-JP" dirty="0">
                <a:solidFill>
                  <a:srgbClr val="FF0000"/>
                </a:solidFill>
              </a:rPr>
              <a:t>“67 08 00 00 00 00”</a:t>
            </a:r>
            <a:r>
              <a:rPr kumimoji="1" lang="ja-JP" altLang="en-US" dirty="0">
                <a:solidFill>
                  <a:srgbClr val="FF0000"/>
                </a:solidFill>
              </a:rPr>
              <a:t>を返送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9C85400-261F-95F7-27B5-D5D922B8B87F}"/>
              </a:ext>
            </a:extLst>
          </p:cNvPr>
          <p:cNvSpPr/>
          <p:nvPr/>
        </p:nvSpPr>
        <p:spPr>
          <a:xfrm flipH="1">
            <a:off x="3177330" y="3078372"/>
            <a:ext cx="2704902" cy="312683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00B050"/>
              </a:solidFill>
            </a:endParaRP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086DCA1C-C586-89F4-A7B3-1854E7A79C54}"/>
              </a:ext>
            </a:extLst>
          </p:cNvPr>
          <p:cNvCxnSpPr/>
          <p:nvPr/>
        </p:nvCxnSpPr>
        <p:spPr>
          <a:xfrm flipV="1">
            <a:off x="5665076" y="3136124"/>
            <a:ext cx="493986" cy="177844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2D137EE-5BCB-0A65-FCE9-F7AEEB28B3B0}"/>
              </a:ext>
            </a:extLst>
          </p:cNvPr>
          <p:cNvSpPr txBox="1"/>
          <p:nvPr/>
        </p:nvSpPr>
        <p:spPr>
          <a:xfrm>
            <a:off x="6096000" y="2983319"/>
            <a:ext cx="3993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dirty="0">
                <a:solidFill>
                  <a:srgbClr val="00B050"/>
                </a:solidFill>
              </a:rPr>
              <a:t>セキュリティ解除成功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562B43A-B0ED-84AD-CFA4-BF15332786DD}"/>
              </a:ext>
            </a:extLst>
          </p:cNvPr>
          <p:cNvSpPr/>
          <p:nvPr/>
        </p:nvSpPr>
        <p:spPr>
          <a:xfrm flipH="1">
            <a:off x="3252727" y="5689341"/>
            <a:ext cx="2641852" cy="28115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7146FE1C-CB91-A249-5EDC-AA33E647B8A9}"/>
              </a:ext>
            </a:extLst>
          </p:cNvPr>
          <p:cNvCxnSpPr>
            <a:cxnSpLocks/>
          </p:cNvCxnSpPr>
          <p:nvPr/>
        </p:nvCxnSpPr>
        <p:spPr>
          <a:xfrm flipV="1">
            <a:off x="5817476" y="5476939"/>
            <a:ext cx="557048" cy="2784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0998DDD-FDBD-B296-2564-B082DB60A2F0}"/>
              </a:ext>
            </a:extLst>
          </p:cNvPr>
          <p:cNvSpPr txBox="1"/>
          <p:nvPr/>
        </p:nvSpPr>
        <p:spPr>
          <a:xfrm>
            <a:off x="6336025" y="5203769"/>
            <a:ext cx="59698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</a:rPr>
              <a:t>[15]</a:t>
            </a:r>
            <a:r>
              <a:rPr lang="ja-JP" altLang="en-US" dirty="0">
                <a:solidFill>
                  <a:srgbClr val="FF0000"/>
                </a:solidFill>
              </a:rPr>
              <a:t> </a:t>
            </a:r>
            <a:r>
              <a:rPr lang="en-US" altLang="ja-JP" dirty="0">
                <a:solidFill>
                  <a:srgbClr val="FF0000"/>
                </a:solidFill>
              </a:rPr>
              <a:t>“27 32”</a:t>
            </a:r>
            <a:r>
              <a:rPr lang="ja-JP" altLang="en-US" dirty="0">
                <a:solidFill>
                  <a:srgbClr val="FF0000"/>
                </a:solidFill>
              </a:rPr>
              <a:t>を発送し、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kumimoji="1" lang="en-US" altLang="ja-JP" dirty="0">
                <a:solidFill>
                  <a:srgbClr val="FF0000"/>
                </a:solidFill>
              </a:rPr>
              <a:t>“67 32 00 00 00 00 00 00 00 00 00 00 00 00 00 00 00 00 00 00”</a:t>
            </a:r>
            <a:r>
              <a:rPr kumimoji="1" lang="ja-JP" altLang="en-US" dirty="0">
                <a:solidFill>
                  <a:srgbClr val="FF0000"/>
                </a:solidFill>
              </a:rPr>
              <a:t>を返送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D9E382B-450A-9B9D-48AC-94C5D52D4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2262" y="431"/>
            <a:ext cx="3289738" cy="2339120"/>
          </a:xfrm>
          <a:prstGeom prst="rect">
            <a:avLst/>
          </a:prstGeom>
        </p:spPr>
      </p:pic>
      <p:sp>
        <p:nvSpPr>
          <p:cNvPr id="16" name="テキスト ボックス 15">
            <a:hlinkClick r:id="rId4" action="ppaction://hlinksldjump"/>
            <a:extLst>
              <a:ext uri="{FF2B5EF4-FFF2-40B4-BE49-F238E27FC236}">
                <a16:creationId xmlns:a16="http://schemas.microsoft.com/office/drawing/2014/main" id="{9D10C4DD-DD1B-F2AA-82B8-7B6E48AFC642}"/>
              </a:ext>
            </a:extLst>
          </p:cNvPr>
          <p:cNvSpPr txBox="1"/>
          <p:nvPr/>
        </p:nvSpPr>
        <p:spPr>
          <a:xfrm>
            <a:off x="10402850" y="235110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全体図に戻る</a:t>
            </a:r>
          </a:p>
        </p:txBody>
      </p:sp>
    </p:spTree>
    <p:extLst>
      <p:ext uri="{BB962C8B-B14F-4D97-AF65-F5344CB8AC3E}">
        <p14:creationId xmlns:p14="http://schemas.microsoft.com/office/powerpoint/2010/main" val="339724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>
            <a:extLst>
              <a:ext uri="{FF2B5EF4-FFF2-40B4-BE49-F238E27FC236}">
                <a16:creationId xmlns:a16="http://schemas.microsoft.com/office/drawing/2014/main" id="{3094EA0A-D4B3-3953-34ED-4A4589D6255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00" r="8500"/>
          <a:stretch/>
        </p:blipFill>
        <p:spPr>
          <a:xfrm>
            <a:off x="257941" y="1464545"/>
            <a:ext cx="8480630" cy="5377722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E36CB6AA-BFC8-A52C-6A53-B3B0CE22F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733"/>
            <a:ext cx="10515600" cy="112841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 b="1" dirty="0"/>
              <a:t>SID$27</a:t>
            </a:r>
            <a:r>
              <a:rPr lang="ja-JP" altLang="en-US" b="1" dirty="0"/>
              <a:t>の実装</a:t>
            </a:r>
            <a:r>
              <a:rPr lang="en-US" altLang="ja-JP" b="1" dirty="0"/>
              <a:t>-Part7</a:t>
            </a:r>
            <a:endParaRPr lang="ja-JP" altLang="en-US" b="1" dirty="0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6389140-D280-9455-2956-2B064070EBBD}"/>
              </a:ext>
            </a:extLst>
          </p:cNvPr>
          <p:cNvSpPr/>
          <p:nvPr/>
        </p:nvSpPr>
        <p:spPr>
          <a:xfrm flipH="1">
            <a:off x="3177330" y="3925524"/>
            <a:ext cx="2641852" cy="28115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FCAC75E-8CA5-5D89-0F57-787435853E46}"/>
              </a:ext>
            </a:extLst>
          </p:cNvPr>
          <p:cNvSpPr txBox="1"/>
          <p:nvPr/>
        </p:nvSpPr>
        <p:spPr>
          <a:xfrm>
            <a:off x="257941" y="1017601"/>
            <a:ext cx="35221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Part7</a:t>
            </a:r>
            <a:r>
              <a:rPr lang="ja-JP" altLang="en-US" dirty="0"/>
              <a:t>の</a:t>
            </a:r>
            <a:r>
              <a:rPr lang="en-US" altLang="ja-JP" dirty="0"/>
              <a:t>[23]</a:t>
            </a:r>
            <a:r>
              <a:rPr lang="ja-JP" altLang="en-US" dirty="0"/>
              <a:t>を確認</a:t>
            </a:r>
            <a:endParaRPr lang="en-US" altLang="ja-JP" dirty="0"/>
          </a:p>
          <a:p>
            <a:r>
              <a:rPr lang="en-US" altLang="ja-JP" dirty="0"/>
              <a:t>*</a:t>
            </a:r>
            <a:r>
              <a:rPr lang="en-US" altLang="ja-JP" dirty="0" err="1"/>
              <a:t>TypeIV</a:t>
            </a:r>
            <a:r>
              <a:rPr lang="ja-JP" altLang="en-US" dirty="0"/>
              <a:t>に関する</a:t>
            </a:r>
            <a:r>
              <a:rPr lang="en-US" altLang="ja-JP" dirty="0"/>
              <a:t>[18][19]</a:t>
            </a:r>
            <a:r>
              <a:rPr lang="ja-JP" altLang="en-US" dirty="0"/>
              <a:t>は省略</a:t>
            </a:r>
            <a:endParaRPr lang="en-US" altLang="ja-JP" dirty="0"/>
          </a:p>
          <a:p>
            <a:endParaRPr lang="en-US" altLang="ja-JP" dirty="0"/>
          </a:p>
        </p:txBody>
      </p: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826C1263-C4F4-6DDE-FE8F-E47B3C4CC574}"/>
              </a:ext>
            </a:extLst>
          </p:cNvPr>
          <p:cNvCxnSpPr>
            <a:cxnSpLocks/>
          </p:cNvCxnSpPr>
          <p:nvPr/>
        </p:nvCxnSpPr>
        <p:spPr>
          <a:xfrm>
            <a:off x="5708256" y="4228449"/>
            <a:ext cx="317159" cy="3406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FA04911B-F1A5-D20F-CF0C-27A07E326722}"/>
              </a:ext>
            </a:extLst>
          </p:cNvPr>
          <p:cNvSpPr txBox="1"/>
          <p:nvPr/>
        </p:nvSpPr>
        <p:spPr>
          <a:xfrm>
            <a:off x="4647896" y="4747124"/>
            <a:ext cx="59698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</a:rPr>
              <a:t>[23]</a:t>
            </a:r>
            <a:r>
              <a:rPr lang="ja-JP" altLang="en-US" dirty="0">
                <a:solidFill>
                  <a:srgbClr val="FF0000"/>
                </a:solidFill>
              </a:rPr>
              <a:t> </a:t>
            </a:r>
            <a:r>
              <a:rPr lang="en-US" altLang="ja-JP" dirty="0">
                <a:solidFill>
                  <a:srgbClr val="FF0000"/>
                </a:solidFill>
              </a:rPr>
              <a:t>Seed</a:t>
            </a:r>
            <a:r>
              <a:rPr lang="ja-JP" altLang="en-US" dirty="0">
                <a:solidFill>
                  <a:srgbClr val="FF0000"/>
                </a:solidFill>
              </a:rPr>
              <a:t>値で計算した</a:t>
            </a:r>
            <a:r>
              <a:rPr lang="en-US" altLang="ja-JP" dirty="0">
                <a:solidFill>
                  <a:srgbClr val="FF0000"/>
                </a:solidFill>
              </a:rPr>
              <a:t>Key(EA 11 A5 B9 DF EA 6E 5D 1C DC 80 41 42 C4 75 17 )</a:t>
            </a:r>
            <a:r>
              <a:rPr lang="ja-JP" altLang="en-US" dirty="0">
                <a:solidFill>
                  <a:srgbClr val="FF0000"/>
                </a:solidFill>
              </a:rPr>
              <a:t>を発送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kumimoji="1" lang="en-US" altLang="ja-JP" dirty="0">
                <a:solidFill>
                  <a:srgbClr val="FF0000"/>
                </a:solidFill>
              </a:rPr>
              <a:t>ECU</a:t>
            </a:r>
            <a:r>
              <a:rPr kumimoji="1" lang="ja-JP" altLang="en-US" dirty="0">
                <a:solidFill>
                  <a:srgbClr val="FF0000"/>
                </a:solidFill>
              </a:rPr>
              <a:t>は</a:t>
            </a:r>
            <a:r>
              <a:rPr kumimoji="1" lang="en-US" altLang="ja-JP" dirty="0">
                <a:solidFill>
                  <a:srgbClr val="FF0000"/>
                </a:solidFill>
              </a:rPr>
              <a:t>“67 32 EA 11 A5 B9 DF EA 6E 5D 1C DC 80 41 42 C4 75 17 ”</a:t>
            </a:r>
            <a:r>
              <a:rPr kumimoji="1" lang="ja-JP" altLang="en-US" dirty="0">
                <a:solidFill>
                  <a:srgbClr val="FF0000"/>
                </a:solidFill>
              </a:rPr>
              <a:t>を返送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9C85400-261F-95F7-27B5-D5D922B8B87F}"/>
              </a:ext>
            </a:extLst>
          </p:cNvPr>
          <p:cNvSpPr/>
          <p:nvPr/>
        </p:nvSpPr>
        <p:spPr>
          <a:xfrm flipH="1">
            <a:off x="3177330" y="3408575"/>
            <a:ext cx="2704902" cy="470406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00B050"/>
              </a:solidFill>
            </a:endParaRP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086DCA1C-C586-89F4-A7B3-1854E7A79C54}"/>
              </a:ext>
            </a:extLst>
          </p:cNvPr>
          <p:cNvCxnSpPr/>
          <p:nvPr/>
        </p:nvCxnSpPr>
        <p:spPr>
          <a:xfrm flipV="1">
            <a:off x="5665076" y="3136124"/>
            <a:ext cx="493986" cy="177844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2D137EE-5BCB-0A65-FCE9-F7AEEB28B3B0}"/>
              </a:ext>
            </a:extLst>
          </p:cNvPr>
          <p:cNvSpPr txBox="1"/>
          <p:nvPr/>
        </p:nvSpPr>
        <p:spPr>
          <a:xfrm>
            <a:off x="6096000" y="2783932"/>
            <a:ext cx="399393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00B050"/>
                </a:solidFill>
              </a:rPr>
              <a:t>“27 31”</a:t>
            </a:r>
            <a:r>
              <a:rPr lang="ja-JP" altLang="en-US" dirty="0">
                <a:solidFill>
                  <a:srgbClr val="00B050"/>
                </a:solidFill>
              </a:rPr>
              <a:t>で</a:t>
            </a:r>
            <a:r>
              <a:rPr lang="en-US" altLang="ja-JP" dirty="0">
                <a:solidFill>
                  <a:srgbClr val="00B050"/>
                </a:solidFill>
              </a:rPr>
              <a:t>Seed</a:t>
            </a:r>
            <a:r>
              <a:rPr lang="ja-JP" altLang="en-US" dirty="0">
                <a:solidFill>
                  <a:srgbClr val="00B050"/>
                </a:solidFill>
              </a:rPr>
              <a:t>値を返送</a:t>
            </a:r>
            <a:endParaRPr lang="en-US" altLang="ja-JP" dirty="0">
              <a:solidFill>
                <a:srgbClr val="00B050"/>
              </a:solidFill>
            </a:endParaRPr>
          </a:p>
          <a:p>
            <a:r>
              <a:rPr kumimoji="1" lang="en-US" altLang="ja-JP" dirty="0">
                <a:solidFill>
                  <a:srgbClr val="00B050"/>
                </a:solidFill>
              </a:rPr>
              <a:t>(Seed</a:t>
            </a:r>
            <a:r>
              <a:rPr kumimoji="1" lang="ja-JP" altLang="en-US" dirty="0">
                <a:solidFill>
                  <a:srgbClr val="00B050"/>
                </a:solidFill>
              </a:rPr>
              <a:t>値</a:t>
            </a:r>
            <a:r>
              <a:rPr kumimoji="1" lang="en-US" altLang="ja-JP" dirty="0">
                <a:solidFill>
                  <a:srgbClr val="00B050"/>
                </a:solidFill>
              </a:rPr>
              <a:t>: </a:t>
            </a:r>
            <a:r>
              <a:rPr lang="en-US" altLang="ja-JP" dirty="0">
                <a:solidFill>
                  <a:srgbClr val="00B050"/>
                </a:solidFill>
              </a:rPr>
              <a:t>be 37 </a:t>
            </a:r>
            <a:r>
              <a:rPr lang="en-US" altLang="ja-JP" dirty="0" err="1">
                <a:solidFill>
                  <a:srgbClr val="00B050"/>
                </a:solidFill>
              </a:rPr>
              <a:t>cf</a:t>
            </a:r>
            <a:r>
              <a:rPr lang="en-US" altLang="ja-JP" dirty="0">
                <a:solidFill>
                  <a:srgbClr val="00B050"/>
                </a:solidFill>
              </a:rPr>
              <a:t> bd d3 e6 </a:t>
            </a:r>
            <a:r>
              <a:rPr lang="en-US" altLang="ja-JP" dirty="0" err="1">
                <a:solidFill>
                  <a:srgbClr val="00B050"/>
                </a:solidFill>
              </a:rPr>
              <a:t>df</a:t>
            </a:r>
            <a:r>
              <a:rPr lang="en-US" altLang="ja-JP" dirty="0">
                <a:solidFill>
                  <a:srgbClr val="00B050"/>
                </a:solidFill>
              </a:rPr>
              <a:t> 9f 0c c2 c0 55 04 19 e1 91</a:t>
            </a:r>
            <a:r>
              <a:rPr kumimoji="1" lang="en-US" altLang="ja-JP" dirty="0">
                <a:solidFill>
                  <a:srgbClr val="00B050"/>
                </a:solidFill>
              </a:rPr>
              <a:t>)</a:t>
            </a:r>
            <a:endParaRPr kumimoji="1" lang="ja-JP" altLang="en-US" dirty="0">
              <a:solidFill>
                <a:srgbClr val="00B050"/>
              </a:solidFill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47282794-296C-C507-307B-17EC90060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2834" y="0"/>
            <a:ext cx="4559166" cy="1359586"/>
          </a:xfrm>
          <a:prstGeom prst="rect">
            <a:avLst/>
          </a:prstGeom>
        </p:spPr>
      </p:pic>
      <p:sp>
        <p:nvSpPr>
          <p:cNvPr id="7" name="テキスト ボックス 6">
            <a:hlinkClick r:id="rId4" action="ppaction://hlinksldjump"/>
            <a:extLst>
              <a:ext uri="{FF2B5EF4-FFF2-40B4-BE49-F238E27FC236}">
                <a16:creationId xmlns:a16="http://schemas.microsoft.com/office/drawing/2014/main" id="{A4340399-D423-6122-35C3-6DA64C871ABC}"/>
              </a:ext>
            </a:extLst>
          </p:cNvPr>
          <p:cNvSpPr txBox="1"/>
          <p:nvPr/>
        </p:nvSpPr>
        <p:spPr>
          <a:xfrm>
            <a:off x="10402850" y="144721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全体図に戻る</a:t>
            </a:r>
          </a:p>
        </p:txBody>
      </p:sp>
    </p:spTree>
    <p:extLst>
      <p:ext uri="{BB962C8B-B14F-4D97-AF65-F5344CB8AC3E}">
        <p14:creationId xmlns:p14="http://schemas.microsoft.com/office/powerpoint/2010/main" val="1765679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>
            <a:extLst>
              <a:ext uri="{FF2B5EF4-FFF2-40B4-BE49-F238E27FC236}">
                <a16:creationId xmlns:a16="http://schemas.microsoft.com/office/drawing/2014/main" id="{3094EA0A-D4B3-3953-34ED-4A4589D6255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29" r="8829"/>
          <a:stretch/>
        </p:blipFill>
        <p:spPr>
          <a:xfrm>
            <a:off x="257941" y="1464545"/>
            <a:ext cx="8480630" cy="5377722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E36CB6AA-BFC8-A52C-6A53-B3B0CE22F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733"/>
            <a:ext cx="10515600" cy="112841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 b="1" dirty="0"/>
              <a:t>SID$27</a:t>
            </a:r>
            <a:r>
              <a:rPr lang="ja-JP" altLang="en-US" b="1" dirty="0"/>
              <a:t>の実装</a:t>
            </a:r>
            <a:r>
              <a:rPr lang="en-US" altLang="ja-JP" b="1" dirty="0"/>
              <a:t>-Part3</a:t>
            </a:r>
            <a:r>
              <a:rPr lang="ja-JP" altLang="en-US" b="1" dirty="0"/>
              <a:t>、</a:t>
            </a:r>
            <a:r>
              <a:rPr lang="en-US" altLang="ja-JP" b="1" dirty="0"/>
              <a:t>Part7</a:t>
            </a:r>
            <a:endParaRPr lang="ja-JP" altLang="en-US" b="1" dirty="0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6389140-D280-9455-2956-2B064070EBBD}"/>
              </a:ext>
            </a:extLst>
          </p:cNvPr>
          <p:cNvSpPr/>
          <p:nvPr/>
        </p:nvSpPr>
        <p:spPr>
          <a:xfrm flipH="1">
            <a:off x="3177330" y="4413493"/>
            <a:ext cx="2641852" cy="28115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FCAC75E-8CA5-5D89-0F57-787435853E46}"/>
              </a:ext>
            </a:extLst>
          </p:cNvPr>
          <p:cNvSpPr txBox="1"/>
          <p:nvPr/>
        </p:nvSpPr>
        <p:spPr>
          <a:xfrm>
            <a:off x="257941" y="1017601"/>
            <a:ext cx="35221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Part7</a:t>
            </a:r>
            <a:r>
              <a:rPr lang="ja-JP" altLang="en-US" dirty="0"/>
              <a:t>の</a:t>
            </a:r>
            <a:r>
              <a:rPr lang="en-US" altLang="ja-JP" dirty="0"/>
              <a:t>[20]</a:t>
            </a:r>
            <a:r>
              <a:rPr lang="ja-JP" altLang="en-US" dirty="0"/>
              <a:t>と</a:t>
            </a:r>
            <a:r>
              <a:rPr lang="en-US" altLang="ja-JP" dirty="0"/>
              <a:t>Part3</a:t>
            </a:r>
            <a:r>
              <a:rPr lang="ja-JP" altLang="en-US" dirty="0"/>
              <a:t>の</a:t>
            </a:r>
            <a:r>
              <a:rPr lang="en-US" altLang="ja-JP" dirty="0"/>
              <a:t>[5]</a:t>
            </a:r>
            <a:r>
              <a:rPr lang="ja-JP" altLang="en-US" dirty="0"/>
              <a:t>を確認</a:t>
            </a:r>
            <a:endParaRPr lang="en-US" altLang="ja-JP" dirty="0"/>
          </a:p>
          <a:p>
            <a:r>
              <a:rPr lang="en-US" altLang="ja-JP" dirty="0"/>
              <a:t>*</a:t>
            </a:r>
            <a:r>
              <a:rPr lang="en-US" altLang="ja-JP" dirty="0" err="1"/>
              <a:t>TypeIV</a:t>
            </a:r>
            <a:r>
              <a:rPr lang="ja-JP" altLang="en-US" dirty="0"/>
              <a:t>に関する</a:t>
            </a:r>
            <a:r>
              <a:rPr lang="en-US" altLang="ja-JP" dirty="0"/>
              <a:t>[18][19]</a:t>
            </a:r>
            <a:r>
              <a:rPr lang="ja-JP" altLang="en-US" dirty="0"/>
              <a:t>は省略</a:t>
            </a:r>
            <a:endParaRPr lang="en-US" altLang="ja-JP" dirty="0"/>
          </a:p>
          <a:p>
            <a:endParaRPr lang="en-US" altLang="ja-JP" dirty="0"/>
          </a:p>
        </p:txBody>
      </p: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826C1263-C4F4-6DDE-FE8F-E47B3C4CC574}"/>
              </a:ext>
            </a:extLst>
          </p:cNvPr>
          <p:cNvCxnSpPr>
            <a:cxnSpLocks/>
          </p:cNvCxnSpPr>
          <p:nvPr/>
        </p:nvCxnSpPr>
        <p:spPr>
          <a:xfrm>
            <a:off x="5872918" y="4524311"/>
            <a:ext cx="317159" cy="3406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FA04911B-F1A5-D20F-CF0C-27A07E326722}"/>
              </a:ext>
            </a:extLst>
          </p:cNvPr>
          <p:cNvSpPr txBox="1"/>
          <p:nvPr/>
        </p:nvSpPr>
        <p:spPr>
          <a:xfrm>
            <a:off x="5872918" y="4830644"/>
            <a:ext cx="59698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</a:rPr>
              <a:t>[20]</a:t>
            </a:r>
            <a:r>
              <a:rPr lang="ja-JP" altLang="en-US" dirty="0">
                <a:solidFill>
                  <a:srgbClr val="FF0000"/>
                </a:solidFill>
              </a:rPr>
              <a:t> </a:t>
            </a:r>
            <a:r>
              <a:rPr lang="en-US" altLang="ja-JP" dirty="0">
                <a:solidFill>
                  <a:srgbClr val="FF0000"/>
                </a:solidFill>
              </a:rPr>
              <a:t>Seed</a:t>
            </a:r>
            <a:r>
              <a:rPr lang="ja-JP" altLang="en-US" dirty="0">
                <a:solidFill>
                  <a:srgbClr val="FF0000"/>
                </a:solidFill>
              </a:rPr>
              <a:t>値で計算した</a:t>
            </a:r>
            <a:r>
              <a:rPr lang="en-US" altLang="ja-JP" dirty="0">
                <a:solidFill>
                  <a:srgbClr val="FF0000"/>
                </a:solidFill>
              </a:rPr>
              <a:t>Key</a:t>
            </a:r>
            <a:r>
              <a:rPr lang="ja-JP" altLang="en-US" dirty="0">
                <a:solidFill>
                  <a:srgbClr val="FF0000"/>
                </a:solidFill>
              </a:rPr>
              <a:t>と違う</a:t>
            </a:r>
            <a:r>
              <a:rPr lang="en-US" altLang="ja-JP" dirty="0">
                <a:solidFill>
                  <a:srgbClr val="FF0000"/>
                </a:solidFill>
              </a:rPr>
              <a:t>key</a:t>
            </a:r>
            <a:r>
              <a:rPr lang="ja-JP" altLang="en-US" dirty="0">
                <a:solidFill>
                  <a:srgbClr val="FF0000"/>
                </a:solidFill>
              </a:rPr>
              <a:t>を発送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kumimoji="1" lang="en-US" altLang="ja-JP" dirty="0">
                <a:solidFill>
                  <a:srgbClr val="FF0000"/>
                </a:solidFill>
              </a:rPr>
              <a:t>ECU</a:t>
            </a:r>
            <a:r>
              <a:rPr kumimoji="1" lang="ja-JP" altLang="en-US" dirty="0">
                <a:solidFill>
                  <a:srgbClr val="FF0000"/>
                </a:solidFill>
              </a:rPr>
              <a:t>は</a:t>
            </a:r>
            <a:r>
              <a:rPr kumimoji="1" lang="en-US" altLang="ja-JP" dirty="0">
                <a:solidFill>
                  <a:srgbClr val="FF0000"/>
                </a:solidFill>
              </a:rPr>
              <a:t>“7F 27 36”</a:t>
            </a:r>
            <a:r>
              <a:rPr kumimoji="1" lang="ja-JP" altLang="en-US" dirty="0">
                <a:solidFill>
                  <a:srgbClr val="FF0000"/>
                </a:solidFill>
              </a:rPr>
              <a:t>を返送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9C85400-261F-95F7-27B5-D5D922B8B87F}"/>
              </a:ext>
            </a:extLst>
          </p:cNvPr>
          <p:cNvSpPr/>
          <p:nvPr/>
        </p:nvSpPr>
        <p:spPr>
          <a:xfrm flipH="1">
            <a:off x="3177330" y="4093097"/>
            <a:ext cx="2704902" cy="281589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00B050"/>
              </a:solidFill>
            </a:endParaRP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086DCA1C-C586-89F4-A7B3-1854E7A79C54}"/>
              </a:ext>
            </a:extLst>
          </p:cNvPr>
          <p:cNvCxnSpPr/>
          <p:nvPr/>
        </p:nvCxnSpPr>
        <p:spPr>
          <a:xfrm flipV="1">
            <a:off x="5789162" y="3965369"/>
            <a:ext cx="493986" cy="177844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2D137EE-5BCB-0A65-FCE9-F7AEEB28B3B0}"/>
              </a:ext>
            </a:extLst>
          </p:cNvPr>
          <p:cNvSpPr txBox="1"/>
          <p:nvPr/>
        </p:nvSpPr>
        <p:spPr>
          <a:xfrm>
            <a:off x="6190077" y="3769016"/>
            <a:ext cx="3993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00B050"/>
                </a:solidFill>
              </a:rPr>
              <a:t>“27 07”</a:t>
            </a:r>
            <a:r>
              <a:rPr lang="ja-JP" altLang="en-US" dirty="0">
                <a:solidFill>
                  <a:srgbClr val="00B050"/>
                </a:solidFill>
              </a:rPr>
              <a:t>で</a:t>
            </a:r>
            <a:r>
              <a:rPr lang="en-US" altLang="ja-JP" dirty="0">
                <a:solidFill>
                  <a:srgbClr val="00B050"/>
                </a:solidFill>
              </a:rPr>
              <a:t>Seed</a:t>
            </a:r>
            <a:r>
              <a:rPr lang="ja-JP" altLang="en-US" dirty="0">
                <a:solidFill>
                  <a:srgbClr val="00B050"/>
                </a:solidFill>
              </a:rPr>
              <a:t>値を返送</a:t>
            </a:r>
            <a:endParaRPr lang="en-US" altLang="ja-JP" dirty="0">
              <a:solidFill>
                <a:srgbClr val="00B050"/>
              </a:solidFill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47282794-296C-C507-307B-17EC90060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2834" y="0"/>
            <a:ext cx="4559166" cy="1359586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FD7225FF-57A7-AD5D-C08C-70A060C662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83714" y="1354984"/>
            <a:ext cx="2408286" cy="2270932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6B9AC13-96B2-1E59-C099-7EE3975A9CF0}"/>
              </a:ext>
            </a:extLst>
          </p:cNvPr>
          <p:cNvSpPr/>
          <p:nvPr/>
        </p:nvSpPr>
        <p:spPr>
          <a:xfrm flipH="1">
            <a:off x="3193095" y="4744569"/>
            <a:ext cx="2641852" cy="28115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AF4AD74-E5E6-7C15-9313-8380962CE002}"/>
              </a:ext>
            </a:extLst>
          </p:cNvPr>
          <p:cNvSpPr txBox="1"/>
          <p:nvPr/>
        </p:nvSpPr>
        <p:spPr>
          <a:xfrm>
            <a:off x="349206" y="5433776"/>
            <a:ext cx="59698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</a:rPr>
              <a:t>[5]”27 07”</a:t>
            </a:r>
            <a:r>
              <a:rPr lang="ja-JP" altLang="en-US" dirty="0">
                <a:solidFill>
                  <a:srgbClr val="FF0000"/>
                </a:solidFill>
              </a:rPr>
              <a:t>を発送。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lang="ja-JP" altLang="en-US" dirty="0">
                <a:solidFill>
                  <a:srgbClr val="FF0000"/>
                </a:solidFill>
              </a:rPr>
              <a:t>一回以上の不正アクセスが実行されていたため、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kumimoji="1" lang="en-US" altLang="ja-JP" dirty="0">
                <a:solidFill>
                  <a:srgbClr val="FF0000"/>
                </a:solidFill>
              </a:rPr>
              <a:t>ECU</a:t>
            </a:r>
            <a:r>
              <a:rPr kumimoji="1" lang="ja-JP" altLang="en-US" dirty="0">
                <a:solidFill>
                  <a:srgbClr val="FF0000"/>
                </a:solidFill>
              </a:rPr>
              <a:t>は</a:t>
            </a:r>
            <a:r>
              <a:rPr kumimoji="1" lang="en-US" altLang="ja-JP" dirty="0">
                <a:solidFill>
                  <a:srgbClr val="FF0000"/>
                </a:solidFill>
              </a:rPr>
              <a:t>“7F 27 37”</a:t>
            </a:r>
            <a:r>
              <a:rPr kumimoji="1" lang="ja-JP" altLang="en-US" dirty="0">
                <a:solidFill>
                  <a:srgbClr val="FF0000"/>
                </a:solidFill>
              </a:rPr>
              <a:t>を返送</a:t>
            </a: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5BA0A4D1-288E-C5CE-5EE8-50278181C279}"/>
              </a:ext>
            </a:extLst>
          </p:cNvPr>
          <p:cNvCxnSpPr/>
          <p:nvPr/>
        </p:nvCxnSpPr>
        <p:spPr>
          <a:xfrm flipH="1">
            <a:off x="2868995" y="5064528"/>
            <a:ext cx="883198" cy="3171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hlinkClick r:id="rId5" action="ppaction://hlinksldjump"/>
            <a:extLst>
              <a:ext uri="{FF2B5EF4-FFF2-40B4-BE49-F238E27FC236}">
                <a16:creationId xmlns:a16="http://schemas.microsoft.com/office/drawing/2014/main" id="{D7ADF426-21C7-5A4A-7637-EDBBFA2E029C}"/>
              </a:ext>
            </a:extLst>
          </p:cNvPr>
          <p:cNvSpPr txBox="1"/>
          <p:nvPr/>
        </p:nvSpPr>
        <p:spPr>
          <a:xfrm>
            <a:off x="10402850" y="364387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全体図に戻る</a:t>
            </a:r>
          </a:p>
        </p:txBody>
      </p:sp>
    </p:spTree>
    <p:extLst>
      <p:ext uri="{BB962C8B-B14F-4D97-AF65-F5344CB8AC3E}">
        <p14:creationId xmlns:p14="http://schemas.microsoft.com/office/powerpoint/2010/main" val="4046743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>
            <a:extLst>
              <a:ext uri="{FF2B5EF4-FFF2-40B4-BE49-F238E27FC236}">
                <a16:creationId xmlns:a16="http://schemas.microsoft.com/office/drawing/2014/main" id="{3094EA0A-D4B3-3953-34ED-4A4589D6255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82" r="8582"/>
          <a:stretch/>
        </p:blipFill>
        <p:spPr>
          <a:xfrm>
            <a:off x="257941" y="1464545"/>
            <a:ext cx="8480630" cy="5377722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E36CB6AA-BFC8-A52C-6A53-B3B0CE22F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733"/>
            <a:ext cx="10515600" cy="112841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 b="1" dirty="0"/>
              <a:t>SID$27</a:t>
            </a:r>
            <a:r>
              <a:rPr lang="ja-JP" altLang="en-US" b="1" dirty="0"/>
              <a:t>の実装</a:t>
            </a:r>
            <a:r>
              <a:rPr lang="en-US" altLang="ja-JP" b="1" dirty="0"/>
              <a:t>-Part7</a:t>
            </a:r>
            <a:endParaRPr lang="ja-JP" altLang="en-US" b="1" dirty="0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6389140-D280-9455-2956-2B064070EBBD}"/>
              </a:ext>
            </a:extLst>
          </p:cNvPr>
          <p:cNvSpPr/>
          <p:nvPr/>
        </p:nvSpPr>
        <p:spPr>
          <a:xfrm flipH="1">
            <a:off x="3177330" y="3940527"/>
            <a:ext cx="2641852" cy="28115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FCAC75E-8CA5-5D89-0F57-787435853E46}"/>
              </a:ext>
            </a:extLst>
          </p:cNvPr>
          <p:cNvSpPr txBox="1"/>
          <p:nvPr/>
        </p:nvSpPr>
        <p:spPr>
          <a:xfrm>
            <a:off x="257941" y="1017601"/>
            <a:ext cx="35221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Part7</a:t>
            </a:r>
            <a:r>
              <a:rPr lang="ja-JP" altLang="en-US" dirty="0"/>
              <a:t>の</a:t>
            </a:r>
            <a:r>
              <a:rPr lang="en-US" altLang="ja-JP" dirty="0"/>
              <a:t>[22]</a:t>
            </a:r>
            <a:r>
              <a:rPr lang="ja-JP" altLang="en-US" dirty="0"/>
              <a:t> を確認</a:t>
            </a:r>
            <a:endParaRPr lang="en-US" altLang="ja-JP" dirty="0"/>
          </a:p>
          <a:p>
            <a:r>
              <a:rPr lang="en-US" altLang="ja-JP" dirty="0"/>
              <a:t>*</a:t>
            </a:r>
            <a:r>
              <a:rPr lang="en-US" altLang="ja-JP" dirty="0" err="1"/>
              <a:t>TypeIV</a:t>
            </a:r>
            <a:r>
              <a:rPr lang="ja-JP" altLang="en-US" dirty="0"/>
              <a:t>に関する</a:t>
            </a:r>
            <a:r>
              <a:rPr lang="en-US" altLang="ja-JP" dirty="0"/>
              <a:t>[18][19]</a:t>
            </a:r>
            <a:r>
              <a:rPr lang="ja-JP" altLang="en-US" dirty="0"/>
              <a:t>は省略</a:t>
            </a:r>
            <a:endParaRPr lang="en-US" altLang="ja-JP" dirty="0"/>
          </a:p>
          <a:p>
            <a:endParaRPr lang="en-US" altLang="ja-JP" dirty="0"/>
          </a:p>
        </p:txBody>
      </p: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826C1263-C4F4-6DDE-FE8F-E47B3C4CC574}"/>
              </a:ext>
            </a:extLst>
          </p:cNvPr>
          <p:cNvCxnSpPr>
            <a:cxnSpLocks/>
          </p:cNvCxnSpPr>
          <p:nvPr/>
        </p:nvCxnSpPr>
        <p:spPr>
          <a:xfrm>
            <a:off x="5872918" y="4356146"/>
            <a:ext cx="317159" cy="3406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FA04911B-F1A5-D20F-CF0C-27A07E326722}"/>
              </a:ext>
            </a:extLst>
          </p:cNvPr>
          <p:cNvSpPr txBox="1"/>
          <p:nvPr/>
        </p:nvSpPr>
        <p:spPr>
          <a:xfrm>
            <a:off x="5872918" y="4662479"/>
            <a:ext cx="59698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</a:rPr>
              <a:t>[20]</a:t>
            </a:r>
            <a:r>
              <a:rPr lang="ja-JP" altLang="en-US" dirty="0">
                <a:solidFill>
                  <a:srgbClr val="FF0000"/>
                </a:solidFill>
              </a:rPr>
              <a:t> </a:t>
            </a:r>
            <a:r>
              <a:rPr lang="en-US" altLang="ja-JP" dirty="0">
                <a:solidFill>
                  <a:srgbClr val="FF0000"/>
                </a:solidFill>
              </a:rPr>
              <a:t>Seed</a:t>
            </a:r>
            <a:r>
              <a:rPr lang="ja-JP" altLang="en-US" dirty="0">
                <a:solidFill>
                  <a:srgbClr val="FF0000"/>
                </a:solidFill>
              </a:rPr>
              <a:t>値で計算した</a:t>
            </a:r>
            <a:r>
              <a:rPr lang="en-US" altLang="ja-JP" dirty="0">
                <a:solidFill>
                  <a:srgbClr val="FF0000"/>
                </a:solidFill>
              </a:rPr>
              <a:t>Key</a:t>
            </a:r>
            <a:r>
              <a:rPr lang="ja-JP" altLang="en-US" dirty="0">
                <a:solidFill>
                  <a:srgbClr val="FF0000"/>
                </a:solidFill>
              </a:rPr>
              <a:t>と違う</a:t>
            </a:r>
            <a:r>
              <a:rPr lang="en-US" altLang="ja-JP" dirty="0">
                <a:solidFill>
                  <a:srgbClr val="FF0000"/>
                </a:solidFill>
              </a:rPr>
              <a:t>key</a:t>
            </a:r>
            <a:r>
              <a:rPr lang="ja-JP" altLang="en-US" dirty="0">
                <a:solidFill>
                  <a:srgbClr val="FF0000"/>
                </a:solidFill>
              </a:rPr>
              <a:t>を発送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kumimoji="1" lang="en-US" altLang="ja-JP" dirty="0">
                <a:solidFill>
                  <a:srgbClr val="FF0000"/>
                </a:solidFill>
              </a:rPr>
              <a:t>ECU</a:t>
            </a:r>
            <a:r>
              <a:rPr kumimoji="1" lang="ja-JP" altLang="en-US" dirty="0">
                <a:solidFill>
                  <a:srgbClr val="FF0000"/>
                </a:solidFill>
              </a:rPr>
              <a:t>は</a:t>
            </a:r>
            <a:r>
              <a:rPr kumimoji="1" lang="en-US" altLang="ja-JP" dirty="0">
                <a:solidFill>
                  <a:srgbClr val="FF0000"/>
                </a:solidFill>
              </a:rPr>
              <a:t>“7F 27 36”</a:t>
            </a:r>
            <a:r>
              <a:rPr kumimoji="1" lang="ja-JP" altLang="en-US" dirty="0">
                <a:solidFill>
                  <a:srgbClr val="FF0000"/>
                </a:solidFill>
              </a:rPr>
              <a:t>を返送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9C85400-261F-95F7-27B5-D5D922B8B87F}"/>
              </a:ext>
            </a:extLst>
          </p:cNvPr>
          <p:cNvSpPr/>
          <p:nvPr/>
        </p:nvSpPr>
        <p:spPr>
          <a:xfrm flipH="1">
            <a:off x="3177330" y="3430948"/>
            <a:ext cx="2704902" cy="435656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00B050"/>
              </a:solidFill>
            </a:endParaRP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086DCA1C-C586-89F4-A7B3-1854E7A79C54}"/>
              </a:ext>
            </a:extLst>
          </p:cNvPr>
          <p:cNvCxnSpPr/>
          <p:nvPr/>
        </p:nvCxnSpPr>
        <p:spPr>
          <a:xfrm flipV="1">
            <a:off x="5789162" y="3334751"/>
            <a:ext cx="493986" cy="177844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2D137EE-5BCB-0A65-FCE9-F7AEEB28B3B0}"/>
              </a:ext>
            </a:extLst>
          </p:cNvPr>
          <p:cNvSpPr txBox="1"/>
          <p:nvPr/>
        </p:nvSpPr>
        <p:spPr>
          <a:xfrm>
            <a:off x="6190077" y="2980742"/>
            <a:ext cx="3993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00B050"/>
                </a:solidFill>
              </a:rPr>
              <a:t>“27 31”</a:t>
            </a:r>
            <a:r>
              <a:rPr lang="ja-JP" altLang="en-US" dirty="0">
                <a:solidFill>
                  <a:srgbClr val="00B050"/>
                </a:solidFill>
              </a:rPr>
              <a:t>で</a:t>
            </a:r>
            <a:r>
              <a:rPr lang="en-US" altLang="ja-JP" dirty="0">
                <a:solidFill>
                  <a:srgbClr val="00B050"/>
                </a:solidFill>
              </a:rPr>
              <a:t>Seed</a:t>
            </a:r>
            <a:r>
              <a:rPr lang="ja-JP" altLang="en-US" dirty="0">
                <a:solidFill>
                  <a:srgbClr val="00B050"/>
                </a:solidFill>
              </a:rPr>
              <a:t>値を返送</a:t>
            </a:r>
            <a:endParaRPr lang="en-US" altLang="ja-JP" dirty="0">
              <a:solidFill>
                <a:srgbClr val="00B050"/>
              </a:solidFill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47282794-296C-C507-307B-17EC90060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2834" y="0"/>
            <a:ext cx="4559166" cy="1359586"/>
          </a:xfrm>
          <a:prstGeom prst="rect">
            <a:avLst/>
          </a:prstGeom>
        </p:spPr>
      </p:pic>
      <p:sp>
        <p:nvSpPr>
          <p:cNvPr id="3" name="テキスト ボックス 2">
            <a:hlinkClick r:id="rId4" action="ppaction://hlinksldjump"/>
            <a:extLst>
              <a:ext uri="{FF2B5EF4-FFF2-40B4-BE49-F238E27FC236}">
                <a16:creationId xmlns:a16="http://schemas.microsoft.com/office/drawing/2014/main" id="{11F8E726-EFF7-31AC-F61E-D2C1ACFF146B}"/>
              </a:ext>
            </a:extLst>
          </p:cNvPr>
          <p:cNvSpPr txBox="1"/>
          <p:nvPr/>
        </p:nvSpPr>
        <p:spPr>
          <a:xfrm>
            <a:off x="10402850" y="144721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全体図に戻る</a:t>
            </a:r>
          </a:p>
        </p:txBody>
      </p:sp>
    </p:spTree>
    <p:extLst>
      <p:ext uri="{BB962C8B-B14F-4D97-AF65-F5344CB8AC3E}">
        <p14:creationId xmlns:p14="http://schemas.microsoft.com/office/powerpoint/2010/main" val="496904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1659</TotalTime>
  <Words>1072</Words>
  <Application>Microsoft Office PowerPoint</Application>
  <PresentationFormat>ワイド画面</PresentationFormat>
  <Paragraphs>133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8" baseType="lpstr">
      <vt:lpstr>游ゴシック</vt:lpstr>
      <vt:lpstr>游ゴシック Light</vt:lpstr>
      <vt:lpstr>Arial</vt:lpstr>
      <vt:lpstr>Roboto</vt:lpstr>
      <vt:lpstr>Office テーマ</vt:lpstr>
      <vt:lpstr>SID$27</vt:lpstr>
      <vt:lpstr>ECUのSecurityについて設定</vt:lpstr>
      <vt:lpstr>SID$27のフローチャート（全体図）</vt:lpstr>
      <vt:lpstr>SID$27の実装-Part1</vt:lpstr>
      <vt:lpstr>SID$27の実装-Part2</vt:lpstr>
      <vt:lpstr>SID$27の実装-Part4</vt:lpstr>
      <vt:lpstr>SID$27の実装-Part6</vt:lpstr>
      <vt:lpstr>SID$27の実装-Part7</vt:lpstr>
      <vt:lpstr>SID$27の実装-Part3</vt:lpstr>
      <vt:lpstr>SID$27の実装-Part5</vt:lpstr>
      <vt:lpstr>SID$27の実装-Part7</vt:lpstr>
      <vt:lpstr>SID$27の実装-Part3、Part7</vt:lpstr>
      <vt:lpstr>SID$27の実装-Part7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SID$3E</dc:title>
  <dc:creator>Kakou Kan (韓 佳孝 GE)</dc:creator>
  <cp:lastModifiedBy>Kakou Kan (韓 佳孝 GE)</cp:lastModifiedBy>
  <cp:revision>47</cp:revision>
  <dcterms:created xsi:type="dcterms:W3CDTF">2025-10-16T01:37:46Z</dcterms:created>
  <dcterms:modified xsi:type="dcterms:W3CDTF">2025-11-05T01:44:25Z</dcterms:modified>
</cp:coreProperties>
</file>
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4" r:id="rId4"/>
    <p:sldId id="275" r:id="rId5"/>
    <p:sldId id="274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04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BA9D9-2E90-4EA1-9D8B-429EED006AB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8BED8-CCFD-4870-9C94-D1C71B5CB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858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8BED8-CCFD-4870-9C94-D1C71B5CBF8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13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EC53AA-01ED-463C-5E56-8E63F2BB2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82BB9E-D21F-3E13-3E3D-75D6900A4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E19BFC-18CF-6A13-D641-874C7242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E37F48-EFB1-32AA-5AF4-6EF8D440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C9044F-F200-5352-899A-149ACBD3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02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6C421-207C-3D75-2296-F4BC7060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3EE382-05AA-4DD9-C29F-4413FD130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EBAEAB-FCB8-7097-D8DE-58024F81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E7CB1-CF89-F2DC-FA72-7F410B09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C6ED7-54A6-8DD1-9D79-2391FA0C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7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EE430D-D698-5EC8-E5FB-511586B0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E591E2-32BB-AF17-EE84-008BBF90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619920-D994-6267-C69D-7BC1542C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703539-1CD5-D1D6-733D-310CFC48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379AF-BDC1-F2FF-4A73-145B4A9D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96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280F5-1405-26DA-0E92-DD1735A5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B6EAC3-F374-0278-F118-DE3BC3082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1AFA5E-CF5F-D5A8-8E11-AD35D1B32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8DD34E-85F4-DF26-6255-492C7417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A173C4-82C0-9821-542E-C1E87815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B59068-ECBE-E9F1-C0FB-E23A96CA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09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81055-4513-172F-FC77-F23E99F5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4B3616-8EA3-2803-1803-54B122FF8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2E2B14-CCEF-77F7-A180-2684C92F7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B47C10-AEC7-2B55-3B8D-AB1334663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19878E9-9EFB-647A-3F9B-EBCE64910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BCCBA2-0AF5-4135-05C9-3893C8E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15E177-229C-EE8A-8222-175035EF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A7070F7-2011-8883-03B7-5540FDF4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43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4C447-DDB9-A66C-A8E9-A347A866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9AD137-B3D6-68F1-1724-3E81F9FB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AD9ABC-1D9B-04B9-5EA1-1533DEC2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074E00-1FEC-9F53-DBAE-72C74A9E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16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36341C-496F-ADD8-0C08-66FEF61E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D6CE1-3D20-E64E-4BB4-CBFBE10B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74F3B6-9A7A-E52C-117B-37418CB6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91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427D19-E300-7FDC-1B7E-D33E181B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164AA7-6756-8B6A-CDD8-0048C036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4DE3A6-522C-3A04-114C-2F03CE1FA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0EED74-9A38-2C37-8A76-DCFC41A0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B6DAA0-B8D4-2691-0BFF-76CB5A68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79845F-F19A-0B0D-2878-35654793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73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82C9F-7289-67AF-2681-4AD536C0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7951CE-11A0-442C-2DD0-31F1F8FEC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1BDECA-C5AD-EDFD-FE94-A2FFF97D6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8D1BF-65B3-8992-86EC-085C1C7B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9FBE5D-7FB7-327F-C4F4-0C1B53D9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5FEE7-B0C8-C912-6D50-864ED962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9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1001B-BA82-2751-F6C4-D7FA8AD8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A183F3-FFD7-7D33-4422-B17892E83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6915F-2DA4-267F-EF9D-A555CE00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083C4A-E60B-48D3-7100-7FA1B3E8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46F01-577A-B6A8-ECBB-B6CA7E06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19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4CC59D-2B59-E2AE-4F12-40E6E0971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956396-CF7C-6C02-8DC9-2D210A462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17E47B-81E4-5A0D-8EA5-163D9540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F82000-E463-63FF-317A-CF61EA28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5BEF6A-D314-4C2F-9698-5413171F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98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96E1A-81D9-F999-92AE-B1962888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1076B-3088-397B-ABB8-22223FD19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812B2-3054-C5A0-E0B2-0C284B67A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77AF7B-E317-CEF2-D112-B648CDE1B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14E1B7-7229-06DF-9095-0124B851C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08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73EE0-BA05-0E75-B48D-F732FF03FF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1" dirty="0"/>
              <a:t>SID$2E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3446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" y="7776"/>
            <a:ext cx="10515600" cy="1325563"/>
          </a:xfrm>
          <a:solidFill>
            <a:schemeClr val="bg1"/>
          </a:solidFill>
        </p:spPr>
        <p:txBody>
          <a:bodyPr/>
          <a:lstStyle/>
          <a:p>
            <a:r>
              <a:rPr kumimoji="1" lang="en-US" altLang="ja-JP" b="1" dirty="0"/>
              <a:t>SID$2E</a:t>
            </a:r>
            <a:r>
              <a:rPr kumimoji="1" lang="ja-JP" altLang="en-US" b="1" dirty="0"/>
              <a:t>のフローチャート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25E23C55-8EBA-EFEA-1000-48F681FFA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2" y="1333339"/>
            <a:ext cx="12167318" cy="4762661"/>
          </a:xfr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80E3599-CAA6-7FAB-D359-AC59543807A0}"/>
              </a:ext>
            </a:extLst>
          </p:cNvPr>
          <p:cNvGrpSpPr/>
          <p:nvPr/>
        </p:nvGrpSpPr>
        <p:grpSpPr>
          <a:xfrm>
            <a:off x="1171725" y="2466209"/>
            <a:ext cx="10577298" cy="2909187"/>
            <a:chOff x="1171725" y="2466209"/>
            <a:chExt cx="10577298" cy="2909187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99FE807B-0DFA-4955-54C1-D76BC1285309}"/>
                </a:ext>
              </a:extLst>
            </p:cNvPr>
            <p:cNvGrpSpPr/>
            <p:nvPr/>
          </p:nvGrpSpPr>
          <p:grpSpPr>
            <a:xfrm>
              <a:off x="2774552" y="2466209"/>
              <a:ext cx="8974471" cy="2336374"/>
              <a:chOff x="2774552" y="2466209"/>
              <a:chExt cx="8974471" cy="2336374"/>
            </a:xfrm>
          </p:grpSpPr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9FE41BB8-D8C4-4A58-4526-4CD9789AE991}"/>
                  </a:ext>
                </a:extLst>
              </p:cNvPr>
              <p:cNvGrpSpPr/>
              <p:nvPr/>
            </p:nvGrpSpPr>
            <p:grpSpPr>
              <a:xfrm>
                <a:off x="2774552" y="2466209"/>
                <a:ext cx="8974471" cy="2336374"/>
                <a:chOff x="2816593" y="2466209"/>
                <a:chExt cx="8974471" cy="2336374"/>
              </a:xfrm>
            </p:grpSpPr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FB765E58-E23E-DE7C-89B9-DA50B9CE62C4}"/>
                    </a:ext>
                  </a:extLst>
                </p:cNvPr>
                <p:cNvSpPr txBox="1"/>
                <p:nvPr/>
              </p:nvSpPr>
              <p:spPr>
                <a:xfrm>
                  <a:off x="11298621" y="2466209"/>
                  <a:ext cx="492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rgbClr val="FF0000"/>
                      </a:solidFill>
                    </a:rPr>
                    <a:t>[1]</a:t>
                  </a:r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67A14FB-117D-35C5-C670-06820D889F73}"/>
                    </a:ext>
                  </a:extLst>
                </p:cNvPr>
                <p:cNvSpPr txBox="1"/>
                <p:nvPr/>
              </p:nvSpPr>
              <p:spPr>
                <a:xfrm>
                  <a:off x="10319304" y="2835541"/>
                  <a:ext cx="492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rgbClr val="FF0000"/>
                      </a:solidFill>
                    </a:rPr>
                    <a:t>[2]</a:t>
                  </a:r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B90D7A99-4890-FD22-6CAA-5CF79F6EA704}"/>
                    </a:ext>
                  </a:extLst>
                </p:cNvPr>
                <p:cNvSpPr txBox="1"/>
                <p:nvPr/>
              </p:nvSpPr>
              <p:spPr>
                <a:xfrm>
                  <a:off x="8650788" y="3204873"/>
                  <a:ext cx="492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rgbClr val="FF0000"/>
                      </a:solidFill>
                    </a:rPr>
                    <a:t>[3]</a:t>
                  </a:r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22AB8EA8-E957-7D39-4B64-1631CB12AA8E}"/>
                    </a:ext>
                  </a:extLst>
                </p:cNvPr>
                <p:cNvSpPr txBox="1"/>
                <p:nvPr/>
              </p:nvSpPr>
              <p:spPr>
                <a:xfrm>
                  <a:off x="6603602" y="3530003"/>
                  <a:ext cx="492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rgbClr val="FF0000"/>
                      </a:solidFill>
                    </a:rPr>
                    <a:t>[4]</a:t>
                  </a:r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2EE5867D-FB9C-6FDE-80FF-CE0510760AEF}"/>
                    </a:ext>
                  </a:extLst>
                </p:cNvPr>
                <p:cNvSpPr txBox="1"/>
                <p:nvPr/>
              </p:nvSpPr>
              <p:spPr>
                <a:xfrm>
                  <a:off x="5307726" y="3879253"/>
                  <a:ext cx="492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rgbClr val="FF0000"/>
                      </a:solidFill>
                    </a:rPr>
                    <a:t>[5]</a:t>
                  </a:r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BE1EB967-85ED-5D2E-5148-009ED7371965}"/>
                    </a:ext>
                  </a:extLst>
                </p:cNvPr>
                <p:cNvSpPr txBox="1"/>
                <p:nvPr/>
              </p:nvSpPr>
              <p:spPr>
                <a:xfrm>
                  <a:off x="2816593" y="4433251"/>
                  <a:ext cx="492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rgbClr val="FF0000"/>
                      </a:solidFill>
                    </a:rPr>
                    <a:t>[7]</a:t>
                  </a:r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86DAE5F2-6F69-FAD2-7129-8B84A3266C03}"/>
                  </a:ext>
                </a:extLst>
              </p:cNvPr>
              <p:cNvSpPr txBox="1"/>
              <p:nvPr/>
            </p:nvSpPr>
            <p:spPr>
              <a:xfrm>
                <a:off x="4091229" y="4063919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[6]</a:t>
                </a:r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07B1E50-2BEE-23D8-0563-1D017493D6CA}"/>
                </a:ext>
              </a:extLst>
            </p:cNvPr>
            <p:cNvSpPr txBox="1"/>
            <p:nvPr/>
          </p:nvSpPr>
          <p:spPr>
            <a:xfrm>
              <a:off x="1171725" y="5006064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[8]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744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SID$2E</a:t>
            </a:r>
            <a:r>
              <a:rPr lang="ja-JP" altLang="en-US" b="1" dirty="0"/>
              <a:t>の実装</a:t>
            </a:r>
          </a:p>
        </p:txBody>
      </p:sp>
      <p:pic>
        <p:nvPicPr>
          <p:cNvPr id="13" name="コンテンツ プレースホルダー 10">
            <a:extLst>
              <a:ext uri="{FF2B5EF4-FFF2-40B4-BE49-F238E27FC236}">
                <a16:creationId xmlns:a16="http://schemas.microsoft.com/office/drawing/2014/main" id="{61DDF9FC-88A9-4B16-9720-8F989BA47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51526" y="-65937"/>
            <a:ext cx="3046453" cy="1762657"/>
          </a:xfr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9" r="8829"/>
          <a:stretch/>
        </p:blipFill>
        <p:spPr>
          <a:xfrm>
            <a:off x="1004320" y="1547800"/>
            <a:ext cx="7851227" cy="4978606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987796" y="2802468"/>
            <a:ext cx="1718734" cy="23706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C079F7-A789-80DD-AC29-1CB7C76AA0D9}"/>
              </a:ext>
            </a:extLst>
          </p:cNvPr>
          <p:cNvSpPr txBox="1"/>
          <p:nvPr/>
        </p:nvSpPr>
        <p:spPr>
          <a:xfrm>
            <a:off x="5791198" y="2348725"/>
            <a:ext cx="450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[1]”2E”</a:t>
            </a:r>
            <a:r>
              <a:rPr lang="ja-JP" altLang="en-US" dirty="0">
                <a:solidFill>
                  <a:srgbClr val="FF0000"/>
                </a:solidFill>
              </a:rPr>
              <a:t>が</a:t>
            </a:r>
            <a:r>
              <a:rPr lang="en-US" altLang="ja-JP" dirty="0">
                <a:solidFill>
                  <a:srgbClr val="FF0000"/>
                </a:solidFill>
              </a:rPr>
              <a:t>4</a:t>
            </a:r>
            <a:r>
              <a:rPr lang="ja-JP" altLang="en-US" dirty="0">
                <a:solidFill>
                  <a:srgbClr val="FF0000"/>
                </a:solidFill>
              </a:rPr>
              <a:t>バイト未満、</a:t>
            </a:r>
            <a:r>
              <a:rPr lang="en-US" altLang="ja-JP" dirty="0">
                <a:solidFill>
                  <a:srgbClr val="FF0000"/>
                </a:solidFill>
              </a:rPr>
              <a:t>”7F 2E 13”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B6E432E-6AE4-2F5C-A372-4D3EB9907FE3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5063065" y="2533391"/>
            <a:ext cx="728133" cy="269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5203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SID$2E</a:t>
            </a:r>
            <a:r>
              <a:rPr lang="ja-JP" altLang="en-US" dirty="0"/>
              <a:t>に対応するネガレスを</a:t>
            </a:r>
            <a:r>
              <a:rPr lang="en-US" altLang="ja-JP" dirty="0"/>
              <a:t>[1][2][3][6]</a:t>
            </a:r>
            <a:r>
              <a:rPr lang="ja-JP" altLang="en-US" dirty="0"/>
              <a:t>で確認</a:t>
            </a:r>
            <a:endParaRPr lang="en-US" altLang="ja-JP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5CCB0F3-5725-E79B-402A-293F99A3352F}"/>
              </a:ext>
            </a:extLst>
          </p:cNvPr>
          <p:cNvSpPr/>
          <p:nvPr/>
        </p:nvSpPr>
        <p:spPr>
          <a:xfrm flipH="1">
            <a:off x="3640343" y="3084688"/>
            <a:ext cx="1718734" cy="23706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CEB9A81-B67B-D7F0-9538-A7D4096B698E}"/>
              </a:ext>
            </a:extLst>
          </p:cNvPr>
          <p:cNvSpPr txBox="1"/>
          <p:nvPr/>
        </p:nvSpPr>
        <p:spPr>
          <a:xfrm>
            <a:off x="6008745" y="2922568"/>
            <a:ext cx="4108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[3]”48 F5”</a:t>
            </a:r>
            <a:r>
              <a:rPr lang="ja-JP" altLang="en-US" dirty="0">
                <a:solidFill>
                  <a:srgbClr val="FF0000"/>
                </a:solidFill>
              </a:rPr>
              <a:t>がサポートする</a:t>
            </a:r>
            <a:r>
              <a:rPr lang="en-US" altLang="ja-JP" dirty="0">
                <a:solidFill>
                  <a:srgbClr val="FF0000"/>
                </a:solidFill>
              </a:rPr>
              <a:t>DID</a:t>
            </a:r>
            <a:r>
              <a:rPr lang="ja-JP" altLang="en-US" dirty="0">
                <a:solidFill>
                  <a:srgbClr val="FF0000"/>
                </a:solidFill>
              </a:rPr>
              <a:t>が、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メッセージの長さが正しくないため、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”7F 2E 13”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A435099-7D44-67B5-4C60-740FF61E4F76}"/>
              </a:ext>
            </a:extLst>
          </p:cNvPr>
          <p:cNvSpPr txBox="1"/>
          <p:nvPr/>
        </p:nvSpPr>
        <p:spPr>
          <a:xfrm>
            <a:off x="257941" y="2913667"/>
            <a:ext cx="3405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</a:rPr>
              <a:t>[2]”EE </a:t>
            </a:r>
            <a:r>
              <a:rPr lang="en-US" altLang="ja-JP" sz="1600" dirty="0" err="1">
                <a:solidFill>
                  <a:srgbClr val="FF0000"/>
                </a:solidFill>
              </a:rPr>
              <a:t>EE</a:t>
            </a:r>
            <a:r>
              <a:rPr lang="en-US" altLang="ja-JP" sz="1600" dirty="0">
                <a:solidFill>
                  <a:srgbClr val="FF0000"/>
                </a:solidFill>
              </a:rPr>
              <a:t>”</a:t>
            </a:r>
            <a:r>
              <a:rPr lang="ja-JP" altLang="en-US" sz="1600" dirty="0">
                <a:solidFill>
                  <a:srgbClr val="FF0000"/>
                </a:solidFill>
              </a:rPr>
              <a:t>がサポートしない</a:t>
            </a:r>
            <a:r>
              <a:rPr lang="en-US" altLang="ja-JP" sz="1600" dirty="0">
                <a:solidFill>
                  <a:srgbClr val="FF0000"/>
                </a:solidFill>
              </a:rPr>
              <a:t>DID</a:t>
            </a:r>
            <a:r>
              <a:rPr lang="ja-JP" altLang="en-US" sz="1600" dirty="0">
                <a:solidFill>
                  <a:srgbClr val="FF0000"/>
                </a:solidFill>
              </a:rPr>
              <a:t>、</a:t>
            </a:r>
            <a:endParaRPr lang="en-US" altLang="ja-JP" sz="1600" dirty="0">
              <a:solidFill>
                <a:srgbClr val="FF0000"/>
              </a:solidFill>
            </a:endParaRPr>
          </a:p>
          <a:p>
            <a:r>
              <a:rPr lang="en-US" altLang="ja-JP" sz="1600" dirty="0">
                <a:solidFill>
                  <a:srgbClr val="FF0000"/>
                </a:solidFill>
              </a:rPr>
              <a:t>     ”7F 22 31”</a:t>
            </a:r>
            <a:r>
              <a:rPr lang="ja-JP" altLang="en-US" sz="1600" dirty="0">
                <a:solidFill>
                  <a:srgbClr val="FF0000"/>
                </a:solidFill>
              </a:rPr>
              <a:t>を返送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36A528-2F3E-BC89-23F9-B481E908377A}"/>
              </a:ext>
            </a:extLst>
          </p:cNvPr>
          <p:cNvSpPr/>
          <p:nvPr/>
        </p:nvSpPr>
        <p:spPr>
          <a:xfrm flipH="1">
            <a:off x="3708397" y="3384233"/>
            <a:ext cx="1799024" cy="2663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2D5BCA8C-128A-ECC2-EE84-DBF4EED273E6}"/>
              </a:ext>
            </a:extLst>
          </p:cNvPr>
          <p:cNvCxnSpPr>
            <a:cxnSpLocks/>
          </p:cNvCxnSpPr>
          <p:nvPr/>
        </p:nvCxnSpPr>
        <p:spPr>
          <a:xfrm flipV="1">
            <a:off x="5257800" y="3216166"/>
            <a:ext cx="1121979" cy="320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CBE16AC5-53AC-2781-DA75-251C53383A53}"/>
              </a:ext>
            </a:extLst>
          </p:cNvPr>
          <p:cNvCxnSpPr>
            <a:stCxn id="29" idx="3"/>
          </p:cNvCxnSpPr>
          <p:nvPr/>
        </p:nvCxnSpPr>
        <p:spPr>
          <a:xfrm flipH="1" flipV="1">
            <a:off x="2684030" y="3206054"/>
            <a:ext cx="97901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34FA86-71EA-4A2D-A211-0DA806B5E779}"/>
              </a:ext>
            </a:extLst>
          </p:cNvPr>
          <p:cNvSpPr txBox="1"/>
          <p:nvPr/>
        </p:nvSpPr>
        <p:spPr>
          <a:xfrm>
            <a:off x="6907925" y="6295573"/>
            <a:ext cx="6227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*</a:t>
            </a:r>
            <a:r>
              <a:rPr lang="ja-JP" altLang="en-US" sz="1200" dirty="0"/>
              <a:t>実装した</a:t>
            </a:r>
            <a:r>
              <a:rPr lang="en-US" altLang="ja-JP" sz="1200" dirty="0"/>
              <a:t>DID</a:t>
            </a:r>
            <a:r>
              <a:rPr lang="ja-JP" altLang="en-US" sz="1200" dirty="0"/>
              <a:t>はセキュリティ条件と運転条件とメモリ異常条件がないため、</a:t>
            </a:r>
            <a:endParaRPr lang="en-US" altLang="ja-JP" sz="1200" dirty="0"/>
          </a:p>
          <a:p>
            <a:r>
              <a:rPr lang="ja-JP" altLang="en-US" sz="1200" dirty="0"/>
              <a:t>一応</a:t>
            </a:r>
            <a:r>
              <a:rPr lang="en-US" altLang="ja-JP" sz="1200" dirty="0"/>
              <a:t>[4][5][7]</a:t>
            </a:r>
            <a:r>
              <a:rPr lang="ja-JP" altLang="en-US" sz="1200" dirty="0"/>
              <a:t>の確認を省略</a:t>
            </a:r>
            <a:endParaRPr lang="en-US" altLang="ja-JP" sz="12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A553E6-E6F8-138C-1B3E-D53121483A87}"/>
              </a:ext>
            </a:extLst>
          </p:cNvPr>
          <p:cNvSpPr/>
          <p:nvPr/>
        </p:nvSpPr>
        <p:spPr>
          <a:xfrm flipH="1">
            <a:off x="1460937" y="3974076"/>
            <a:ext cx="6779172" cy="28551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5F4DC9-4D4A-BFF5-00FC-92C890AE7F2D}"/>
              </a:ext>
            </a:extLst>
          </p:cNvPr>
          <p:cNvSpPr txBox="1"/>
          <p:nvPr/>
        </p:nvSpPr>
        <p:spPr>
          <a:xfrm>
            <a:off x="6187140" y="4532075"/>
            <a:ext cx="37673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[6]”48 F5”</a:t>
            </a:r>
            <a:r>
              <a:rPr lang="ja-JP" altLang="en-US" dirty="0">
                <a:solidFill>
                  <a:srgbClr val="FF0000"/>
                </a:solidFill>
              </a:rPr>
              <a:t>がサポートする</a:t>
            </a:r>
            <a:r>
              <a:rPr lang="en-US" altLang="ja-JP" dirty="0">
                <a:solidFill>
                  <a:srgbClr val="FF0000"/>
                </a:solidFill>
              </a:rPr>
              <a:t>DID</a:t>
            </a:r>
            <a:r>
              <a:rPr lang="ja-JP" altLang="en-US" dirty="0">
                <a:solidFill>
                  <a:srgbClr val="FF0000"/>
                </a:solidFill>
              </a:rPr>
              <a:t>が、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 err="1">
                <a:solidFill>
                  <a:srgbClr val="FF0000"/>
                </a:solidFill>
              </a:rPr>
              <a:t>dataRecord</a:t>
            </a:r>
            <a:r>
              <a:rPr lang="ja-JP" altLang="en-US" dirty="0">
                <a:solidFill>
                  <a:srgbClr val="FF0000"/>
                </a:solidFill>
              </a:rPr>
              <a:t>が正しくないため、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”7F 2E 31”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8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SID$2E</a:t>
            </a:r>
            <a:r>
              <a:rPr lang="ja-JP" altLang="en-US" b="1" dirty="0"/>
              <a:t>の実装</a:t>
            </a:r>
          </a:p>
        </p:txBody>
      </p:sp>
      <p:pic>
        <p:nvPicPr>
          <p:cNvPr id="13" name="コンテンツ プレースホルダー 10">
            <a:extLst>
              <a:ext uri="{FF2B5EF4-FFF2-40B4-BE49-F238E27FC236}">
                <a16:creationId xmlns:a16="http://schemas.microsoft.com/office/drawing/2014/main" id="{61DDF9FC-88A9-4B16-9720-8F989BA47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51526" y="-65937"/>
            <a:ext cx="3046453" cy="1762657"/>
          </a:xfr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r="8500"/>
          <a:stretch/>
        </p:blipFill>
        <p:spPr>
          <a:xfrm>
            <a:off x="1004320" y="1547800"/>
            <a:ext cx="7851227" cy="497860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7281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SID$2E</a:t>
            </a:r>
            <a:r>
              <a:rPr lang="ja-JP" altLang="en-US" dirty="0"/>
              <a:t>に対応するポジティブ・レスポンス・メッセージを</a:t>
            </a:r>
            <a:r>
              <a:rPr lang="en-US" altLang="ja-JP" dirty="0"/>
              <a:t>[8]</a:t>
            </a:r>
            <a:r>
              <a:rPr lang="ja-JP" altLang="en-US" dirty="0"/>
              <a:t>で確認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ECU</a:t>
            </a:r>
            <a:r>
              <a:rPr lang="ja-JP" altLang="en-US" dirty="0"/>
              <a:t>の反応は次のページで確認</a:t>
            </a:r>
            <a:endParaRPr lang="en-US" altLang="ja-JP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A435099-7D44-67B5-4C60-740FF61E4F76}"/>
              </a:ext>
            </a:extLst>
          </p:cNvPr>
          <p:cNvSpPr txBox="1"/>
          <p:nvPr/>
        </p:nvSpPr>
        <p:spPr>
          <a:xfrm>
            <a:off x="1852701" y="4931655"/>
            <a:ext cx="5965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</a:rPr>
              <a:t>[8]</a:t>
            </a:r>
            <a:r>
              <a:rPr lang="ja-JP" altLang="en-US" sz="1600" dirty="0">
                <a:solidFill>
                  <a:srgbClr val="FF0000"/>
                </a:solidFill>
              </a:rPr>
              <a:t>正しい形式で</a:t>
            </a:r>
            <a:r>
              <a:rPr lang="en-US" altLang="ja-JP" sz="1600" dirty="0">
                <a:solidFill>
                  <a:srgbClr val="FF0000"/>
                </a:solidFill>
              </a:rPr>
              <a:t>DID$A19D</a:t>
            </a:r>
            <a:r>
              <a:rPr lang="ja-JP" altLang="en-US" sz="1600" dirty="0">
                <a:solidFill>
                  <a:srgbClr val="FF0000"/>
                </a:solidFill>
              </a:rPr>
              <a:t>リクエスト・メッセージを発送し、</a:t>
            </a:r>
            <a:endParaRPr lang="en-US" altLang="ja-JP" sz="1600" dirty="0">
              <a:solidFill>
                <a:srgbClr val="FF0000"/>
              </a:solidFill>
            </a:endParaRPr>
          </a:p>
          <a:p>
            <a:r>
              <a:rPr lang="en-US" altLang="ja-JP" sz="1600" dirty="0">
                <a:solidFill>
                  <a:srgbClr val="FF0000"/>
                </a:solidFill>
              </a:rPr>
              <a:t>     ”6E A1 9D”</a:t>
            </a:r>
            <a:r>
              <a:rPr lang="ja-JP" altLang="en-US" sz="1600" dirty="0">
                <a:solidFill>
                  <a:srgbClr val="FF0000"/>
                </a:solidFill>
              </a:rPr>
              <a:t>を返送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36A528-2F3E-BC89-23F9-B481E908377A}"/>
              </a:ext>
            </a:extLst>
          </p:cNvPr>
          <p:cNvSpPr/>
          <p:nvPr/>
        </p:nvSpPr>
        <p:spPr>
          <a:xfrm flipH="1">
            <a:off x="1457577" y="3690847"/>
            <a:ext cx="6687938" cy="4616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CBE16AC5-53AC-2781-DA75-251C53383A53}"/>
              </a:ext>
            </a:extLst>
          </p:cNvPr>
          <p:cNvCxnSpPr>
            <a:cxnSpLocks/>
          </p:cNvCxnSpPr>
          <p:nvPr/>
        </p:nvCxnSpPr>
        <p:spPr>
          <a:xfrm flipH="1">
            <a:off x="2774731" y="3962400"/>
            <a:ext cx="888309" cy="956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34FA86-71EA-4A2D-A211-0DA806B5E779}"/>
              </a:ext>
            </a:extLst>
          </p:cNvPr>
          <p:cNvSpPr txBox="1"/>
          <p:nvPr/>
        </p:nvSpPr>
        <p:spPr>
          <a:xfrm>
            <a:off x="6907925" y="6295573"/>
            <a:ext cx="6227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*</a:t>
            </a:r>
            <a:r>
              <a:rPr lang="ja-JP" altLang="en-US" sz="1200" dirty="0"/>
              <a:t>実装した</a:t>
            </a:r>
            <a:r>
              <a:rPr lang="en-US" altLang="ja-JP" sz="1200" dirty="0"/>
              <a:t>DID</a:t>
            </a:r>
            <a:r>
              <a:rPr lang="ja-JP" altLang="en-US" sz="1200" dirty="0"/>
              <a:t>はセキュリティ条件と運転条件とメモリ異常条件がないため、</a:t>
            </a:r>
            <a:endParaRPr lang="en-US" altLang="ja-JP" sz="1200" dirty="0"/>
          </a:p>
          <a:p>
            <a:r>
              <a:rPr lang="ja-JP" altLang="en-US" sz="1200" dirty="0"/>
              <a:t>一応</a:t>
            </a:r>
            <a:r>
              <a:rPr lang="en-US" altLang="ja-JP" sz="1200" dirty="0"/>
              <a:t>[4][5][7]</a:t>
            </a:r>
            <a:r>
              <a:rPr lang="ja-JP" altLang="en-US" sz="1200" dirty="0"/>
              <a:t>の確認を省略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391952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DID$A19D</a:t>
            </a:r>
            <a:r>
              <a:rPr lang="ja-JP" altLang="en-US" b="1" dirty="0"/>
              <a:t>の確認</a:t>
            </a:r>
          </a:p>
        </p:txBody>
      </p:sp>
      <p:pic>
        <p:nvPicPr>
          <p:cNvPr id="13" name="コンテンツ プレースホルダー 10">
            <a:extLst>
              <a:ext uri="{FF2B5EF4-FFF2-40B4-BE49-F238E27FC236}">
                <a16:creationId xmlns:a16="http://schemas.microsoft.com/office/drawing/2014/main" id="{61DDF9FC-88A9-4B16-9720-8F989BA47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51526" y="-65937"/>
            <a:ext cx="3046453" cy="1762657"/>
          </a:xfr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/>
        </p:blipFill>
        <p:spPr>
          <a:xfrm>
            <a:off x="1004320" y="1547800"/>
            <a:ext cx="7851227" cy="4978606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C079F7-A789-80DD-AC29-1CB7C76AA0D9}"/>
              </a:ext>
            </a:extLst>
          </p:cNvPr>
          <p:cNvSpPr txBox="1"/>
          <p:nvPr/>
        </p:nvSpPr>
        <p:spPr>
          <a:xfrm>
            <a:off x="8579807" y="2378143"/>
            <a:ext cx="59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①</a:t>
            </a:r>
            <a:r>
              <a:rPr lang="en-US" altLang="ja-JP" dirty="0">
                <a:solidFill>
                  <a:srgbClr val="FF0000"/>
                </a:solidFill>
              </a:rPr>
              <a:t>”10 03”</a:t>
            </a:r>
            <a:r>
              <a:rPr lang="ja-JP" altLang="en-US" dirty="0">
                <a:solidFill>
                  <a:srgbClr val="FF0000"/>
                </a:solidFill>
              </a:rPr>
              <a:t>で</a:t>
            </a:r>
            <a:r>
              <a:rPr lang="en-US" altLang="ja-JP" dirty="0" err="1">
                <a:solidFill>
                  <a:srgbClr val="FF0000"/>
                </a:solidFill>
              </a:rPr>
              <a:t>extendedDiagnosticSession</a:t>
            </a:r>
            <a:r>
              <a:rPr lang="ja-JP" altLang="en-US" dirty="0">
                <a:solidFill>
                  <a:srgbClr val="FF0000"/>
                </a:solidFill>
              </a:rPr>
              <a:t>へ遷移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5469767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確認手順：</a:t>
            </a:r>
            <a:endParaRPr lang="en-US" altLang="ja-JP" dirty="0"/>
          </a:p>
          <a:p>
            <a:r>
              <a:rPr lang="ja-JP" altLang="en-US" sz="1400" dirty="0"/>
              <a:t>①</a:t>
            </a:r>
            <a:r>
              <a:rPr lang="en-US" altLang="ja-JP" sz="1400" dirty="0"/>
              <a:t>DID$A19D</a:t>
            </a:r>
            <a:r>
              <a:rPr lang="ja-JP" altLang="en-US" sz="1400" dirty="0"/>
              <a:t>が利用可能なセッションへ遷移</a:t>
            </a:r>
            <a:endParaRPr lang="en-US" altLang="ja-JP" sz="1400" dirty="0"/>
          </a:p>
          <a:p>
            <a:r>
              <a:rPr lang="ja-JP" altLang="en-US" sz="1400" dirty="0"/>
              <a:t>②</a:t>
            </a:r>
            <a:r>
              <a:rPr lang="en-US" altLang="ja-JP" sz="1400" dirty="0"/>
              <a:t>SID$22</a:t>
            </a:r>
            <a:r>
              <a:rPr lang="ja-JP" altLang="en-US" sz="1400" dirty="0"/>
              <a:t>で</a:t>
            </a:r>
            <a:r>
              <a:rPr lang="en-US" altLang="ja-JP" sz="1400" dirty="0"/>
              <a:t>ECU</a:t>
            </a:r>
            <a:r>
              <a:rPr lang="ja-JP" altLang="en-US" sz="1400" dirty="0"/>
              <a:t>に書き込んだデータ</a:t>
            </a:r>
            <a:r>
              <a:rPr lang="en-US" altLang="ja-JP" sz="1400" dirty="0"/>
              <a:t>(</a:t>
            </a:r>
            <a:r>
              <a:rPr lang="ja-JP" altLang="en-US" sz="1400" dirty="0"/>
              <a:t>エイミング 実施日時</a:t>
            </a:r>
            <a:r>
              <a:rPr lang="en-US" altLang="ja-JP" sz="1400" dirty="0"/>
              <a:t>)</a:t>
            </a:r>
            <a:r>
              <a:rPr lang="ja-JP" altLang="en-US" sz="1400" dirty="0"/>
              <a:t>を確認</a:t>
            </a:r>
            <a:endParaRPr lang="en-US" altLang="ja-JP" sz="1400" dirty="0"/>
          </a:p>
          <a:p>
            <a:r>
              <a:rPr lang="ja-JP" altLang="en-US" sz="1400" dirty="0"/>
              <a:t>③</a:t>
            </a:r>
            <a:r>
              <a:rPr lang="en-US" altLang="ja-JP" sz="1400" dirty="0"/>
              <a:t>SID$2E</a:t>
            </a:r>
            <a:r>
              <a:rPr lang="ja-JP" altLang="en-US" sz="1400" dirty="0"/>
              <a:t>で新しいエイミング実施日時を発送</a:t>
            </a:r>
            <a:endParaRPr lang="en-US" altLang="ja-JP" sz="1400" dirty="0"/>
          </a:p>
          <a:p>
            <a:r>
              <a:rPr lang="ja-JP" altLang="en-US" sz="1400" dirty="0"/>
              <a:t>④</a:t>
            </a:r>
            <a:r>
              <a:rPr lang="en-US" altLang="ja-JP" sz="1400" dirty="0"/>
              <a:t>SID$22</a:t>
            </a:r>
            <a:r>
              <a:rPr lang="ja-JP" altLang="en-US" sz="1400" dirty="0"/>
              <a:t>で新しいエイミング実施日時を確認</a:t>
            </a:r>
            <a:endParaRPr lang="en-US" altLang="ja-JP" sz="14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5CCB0F3-5725-E79B-402A-293F99A3352F}"/>
              </a:ext>
            </a:extLst>
          </p:cNvPr>
          <p:cNvSpPr/>
          <p:nvPr/>
        </p:nvSpPr>
        <p:spPr>
          <a:xfrm flipH="1">
            <a:off x="1444851" y="2750150"/>
            <a:ext cx="6694715" cy="35523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CBE16AC5-53AC-2781-DA75-251C53383A53}"/>
              </a:ext>
            </a:extLst>
          </p:cNvPr>
          <p:cNvCxnSpPr>
            <a:cxnSpLocks/>
          </p:cNvCxnSpPr>
          <p:nvPr/>
        </p:nvCxnSpPr>
        <p:spPr>
          <a:xfrm flipH="1">
            <a:off x="7584707" y="2565827"/>
            <a:ext cx="719360" cy="333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4894EA-C817-7F8D-BE1A-653B5A546E8C}"/>
              </a:ext>
            </a:extLst>
          </p:cNvPr>
          <p:cNvSpPr/>
          <p:nvPr/>
        </p:nvSpPr>
        <p:spPr>
          <a:xfrm flipH="1">
            <a:off x="1444850" y="3288965"/>
            <a:ext cx="6832439" cy="36933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864FC7-A419-E395-C38B-85035CDA88E3}"/>
              </a:ext>
            </a:extLst>
          </p:cNvPr>
          <p:cNvSpPr txBox="1"/>
          <p:nvPr/>
        </p:nvSpPr>
        <p:spPr>
          <a:xfrm>
            <a:off x="8579807" y="2956218"/>
            <a:ext cx="59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②</a:t>
            </a:r>
            <a:r>
              <a:rPr lang="en-US" altLang="ja-JP" dirty="0">
                <a:solidFill>
                  <a:srgbClr val="FF0000"/>
                </a:solidFill>
              </a:rPr>
              <a:t>”22 A1 9D”</a:t>
            </a:r>
            <a:r>
              <a:rPr lang="ja-JP" altLang="en-US" dirty="0">
                <a:solidFill>
                  <a:srgbClr val="FF0000"/>
                </a:solidFill>
              </a:rPr>
              <a:t>でエイミング実施日時を確認</a:t>
            </a:r>
            <a:endParaRPr lang="en-US" altLang="ja-JP" dirty="0">
              <a:solidFill>
                <a:srgbClr val="FF000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A3BF685-BD29-2B55-9406-57045268B02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004826" y="3140884"/>
            <a:ext cx="574981" cy="1259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E767E2-BC97-4E59-01CC-3DCFFB2523B7}"/>
              </a:ext>
            </a:extLst>
          </p:cNvPr>
          <p:cNvSpPr txBox="1"/>
          <p:nvPr/>
        </p:nvSpPr>
        <p:spPr>
          <a:xfrm>
            <a:off x="8579807" y="3510639"/>
            <a:ext cx="59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③</a:t>
            </a:r>
            <a:r>
              <a:rPr lang="en-US" altLang="ja-JP" dirty="0">
                <a:solidFill>
                  <a:srgbClr val="FF0000"/>
                </a:solidFill>
              </a:rPr>
              <a:t>SID$2E</a:t>
            </a:r>
            <a:r>
              <a:rPr lang="ja-JP" altLang="en-US" dirty="0">
                <a:solidFill>
                  <a:srgbClr val="FF0000"/>
                </a:solidFill>
              </a:rPr>
              <a:t>でエイミング実施日時を</a:t>
            </a:r>
            <a:r>
              <a:rPr lang="en-US" altLang="ja-JP" dirty="0">
                <a:solidFill>
                  <a:srgbClr val="FF0000"/>
                </a:solidFill>
              </a:rPr>
              <a:t>ECU</a:t>
            </a:r>
            <a:r>
              <a:rPr lang="ja-JP" altLang="en-US" dirty="0">
                <a:solidFill>
                  <a:srgbClr val="FF0000"/>
                </a:solidFill>
              </a:rPr>
              <a:t>に書き込む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F241117-2770-73CF-490C-57A143786FA7}"/>
              </a:ext>
            </a:extLst>
          </p:cNvPr>
          <p:cNvSpPr/>
          <p:nvPr/>
        </p:nvSpPr>
        <p:spPr>
          <a:xfrm flipH="1">
            <a:off x="1471627" y="3673866"/>
            <a:ext cx="6832439" cy="42789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88356BE-C29B-5BCD-7826-DE5AF5B1BB43}"/>
              </a:ext>
            </a:extLst>
          </p:cNvPr>
          <p:cNvCxnSpPr/>
          <p:nvPr/>
        </p:nvCxnSpPr>
        <p:spPr>
          <a:xfrm flipH="1">
            <a:off x="8004826" y="3773103"/>
            <a:ext cx="686787" cy="1147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8789B34-D3A2-516F-1534-4F71B6CBC2D3}"/>
              </a:ext>
            </a:extLst>
          </p:cNvPr>
          <p:cNvSpPr txBox="1"/>
          <p:nvPr/>
        </p:nvSpPr>
        <p:spPr>
          <a:xfrm>
            <a:off x="8579806" y="4037103"/>
            <a:ext cx="59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④</a:t>
            </a:r>
            <a:r>
              <a:rPr lang="en-US" altLang="ja-JP" dirty="0">
                <a:solidFill>
                  <a:srgbClr val="FF0000"/>
                </a:solidFill>
              </a:rPr>
              <a:t>”22 A1 9D”</a:t>
            </a:r>
            <a:r>
              <a:rPr lang="ja-JP" altLang="en-US" dirty="0">
                <a:solidFill>
                  <a:srgbClr val="FF0000"/>
                </a:solidFill>
              </a:rPr>
              <a:t>を送信し、先ほど送ったデータを受信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12E8D5B-9EF6-00D3-05BB-EF56A32516F1}"/>
              </a:ext>
            </a:extLst>
          </p:cNvPr>
          <p:cNvSpPr/>
          <p:nvPr/>
        </p:nvSpPr>
        <p:spPr>
          <a:xfrm flipH="1">
            <a:off x="1471626" y="4121420"/>
            <a:ext cx="6832439" cy="28501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EEC9675F-48D6-0CFA-9546-66D67EF97AA1}"/>
              </a:ext>
            </a:extLst>
          </p:cNvPr>
          <p:cNvCxnSpPr/>
          <p:nvPr/>
        </p:nvCxnSpPr>
        <p:spPr>
          <a:xfrm flipH="1" flipV="1">
            <a:off x="8139566" y="4225491"/>
            <a:ext cx="734927" cy="180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01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366</Words>
  <Application>Microsoft Office PowerPoint</Application>
  <PresentationFormat>ワイド画面</PresentationFormat>
  <Paragraphs>41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SID$2E</vt:lpstr>
      <vt:lpstr>SID$2Eのフローチャート</vt:lpstr>
      <vt:lpstr>SID$2Eの実装</vt:lpstr>
      <vt:lpstr>SID$2Eの実装</vt:lpstr>
      <vt:lpstr>DID$A19Dの確認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SID$3E</dc:title>
  <dc:creator>Kakou Kan (韓 佳孝 GE)</dc:creator>
  <cp:lastModifiedBy>Kakou Kan (韓 佳孝 GE)</cp:lastModifiedBy>
  <cp:revision>18</cp:revision>
  <dcterms:created xsi:type="dcterms:W3CDTF">2025-10-16T01:37:46Z</dcterms:created>
  <dcterms:modified xsi:type="dcterms:W3CDTF">2025-11-04T06:55:06Z</dcterms:modified>
</cp:coreProperties>
</file>